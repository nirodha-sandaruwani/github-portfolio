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</p:sldMasterIdLst>
  <p:notesMasterIdLst>
    <p:notesMasterId r:id="rId14"/>
  </p:notesMasterIdLst>
  <p:sldIdLst>
    <p:sldId id="256" r:id="rId2"/>
    <p:sldId id="258" r:id="rId3"/>
    <p:sldId id="260" r:id="rId4"/>
    <p:sldId id="268" r:id="rId5"/>
    <p:sldId id="269" r:id="rId6"/>
    <p:sldId id="259" r:id="rId7"/>
    <p:sldId id="279" r:id="rId8"/>
    <p:sldId id="278" r:id="rId9"/>
    <p:sldId id="272" r:id="rId10"/>
    <p:sldId id="266" r:id="rId11"/>
    <p:sldId id="264" r:id="rId12"/>
    <p:sldId id="280" r:id="rId13"/>
  </p:sldIdLst>
  <p:sldSz cx="9144000" cy="5143500" type="screen16x9"/>
  <p:notesSz cx="6858000" cy="9144000"/>
  <p:embeddedFontLst>
    <p:embeddedFont>
      <p:font typeface="Anaheim" panose="020B0604020202020204" charset="0"/>
      <p:regular r:id="rId15"/>
      <p:bold r:id="rId16"/>
    </p:embeddedFont>
    <p:embeddedFont>
      <p:font typeface="Assistant" pitchFamily="2" charset="-79"/>
      <p:regular r:id="rId17"/>
      <p:bold r:id="rId18"/>
    </p:embeddedFont>
    <p:embeddedFont>
      <p:font typeface="Nunito Light" pitchFamily="2" charset="0"/>
      <p:regular r:id="rId19"/>
      <p:italic r:id="rId20"/>
    </p:embeddedFont>
    <p:embeddedFont>
      <p:font typeface="Nunito Sans" pitchFamily="2" charset="0"/>
      <p:regular r:id="rId21"/>
      <p:bold r:id="rId22"/>
      <p:italic r:id="rId23"/>
      <p:boldItalic r:id="rId24"/>
    </p:embeddedFont>
    <p:embeddedFont>
      <p:font typeface="Raleway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8CCB58B-A6E3-4BCE-81CC-4C5BECC686BD}">
  <a:tblStyle styleId="{08CCB58B-A6E3-4BCE-81CC-4C5BECC686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03C99C-53BF-4D9D-90AB-1585755961B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660" y="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b6b10eb7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b6b10eb7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b682ea6bda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b682ea6bda_0_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1" name="Google Shape;871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2b7bb555bee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2b7bb555bee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2b7bb555bee_0_4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2b7bb555bee_0_4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5" name="Google Shape;85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>
          <a:extLst>
            <a:ext uri="{FF2B5EF4-FFF2-40B4-BE49-F238E27FC236}">
              <a16:creationId xmlns:a16="http://schemas.microsoft.com/office/drawing/2014/main" id="{B0D3AE77-37F1-8A14-F724-885C4B6C2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2b7bb555bee_0_421:notes">
            <a:extLst>
              <a:ext uri="{FF2B5EF4-FFF2-40B4-BE49-F238E27FC236}">
                <a16:creationId xmlns:a16="http://schemas.microsoft.com/office/drawing/2014/main" id="{C4467DE4-02DE-9FC3-CE8E-C649F46575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2b7bb555bee_0_421:notes">
            <a:extLst>
              <a:ext uri="{FF2B5EF4-FFF2-40B4-BE49-F238E27FC236}">
                <a16:creationId xmlns:a16="http://schemas.microsoft.com/office/drawing/2014/main" id="{9BDCDE2F-55BA-91C5-D912-9C685FDF94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69906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>
          <a:extLst>
            <a:ext uri="{FF2B5EF4-FFF2-40B4-BE49-F238E27FC236}">
              <a16:creationId xmlns:a16="http://schemas.microsoft.com/office/drawing/2014/main" id="{63C7D824-550D-92BB-2C32-E11BA4097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2b7bb555bee_0_421:notes">
            <a:extLst>
              <a:ext uri="{FF2B5EF4-FFF2-40B4-BE49-F238E27FC236}">
                <a16:creationId xmlns:a16="http://schemas.microsoft.com/office/drawing/2014/main" id="{B1D1DC72-EBEA-F06F-6A11-7CCA5560F5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2b7bb555bee_0_421:notes">
            <a:extLst>
              <a:ext uri="{FF2B5EF4-FFF2-40B4-BE49-F238E27FC236}">
                <a16:creationId xmlns:a16="http://schemas.microsoft.com/office/drawing/2014/main" id="{61552689-648F-84AF-FF6C-8B0683502B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47468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2b7bb555bee_0_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2b7bb555bee_0_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2b7bb555bee_0_4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2b7bb555bee_0_4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b7bb555bee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2b7bb555bee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722092" y="-1321125"/>
            <a:ext cx="12010140" cy="7684200"/>
            <a:chOff x="-1722092" y="-1321125"/>
            <a:chExt cx="12010140" cy="7684200"/>
          </a:xfrm>
        </p:grpSpPr>
        <p:pic>
          <p:nvPicPr>
            <p:cNvPr id="10" name="Google Shape;10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837150" y="2742825"/>
              <a:ext cx="9450898" cy="3620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1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312202" y="-1321125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-1722092" y="1372925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2409025" y="600900"/>
            <a:ext cx="4570800" cy="285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>
                <a:latin typeface="Assistant"/>
                <a:ea typeface="Assistant"/>
                <a:cs typeface="Assistant"/>
                <a:sym typeface="Assistan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716025" y="3457100"/>
            <a:ext cx="3971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5" name="Google Shape;15;p2"/>
          <p:cNvGrpSpPr/>
          <p:nvPr/>
        </p:nvGrpSpPr>
        <p:grpSpPr>
          <a:xfrm>
            <a:off x="294260" y="99838"/>
            <a:ext cx="8775647" cy="4914907"/>
            <a:chOff x="294260" y="99838"/>
            <a:chExt cx="8775647" cy="4914907"/>
          </a:xfrm>
        </p:grpSpPr>
        <p:grpSp>
          <p:nvGrpSpPr>
            <p:cNvPr id="16" name="Google Shape;16;p2"/>
            <p:cNvGrpSpPr/>
            <p:nvPr/>
          </p:nvGrpSpPr>
          <p:grpSpPr>
            <a:xfrm rot="-6300201">
              <a:off x="7665627" y="221646"/>
              <a:ext cx="1082824" cy="1082536"/>
              <a:chOff x="5604480" y="3862800"/>
              <a:chExt cx="1352880" cy="1352520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5810040" y="4077000"/>
                <a:ext cx="942120" cy="933120"/>
              </a:xfrm>
              <a:custGeom>
                <a:avLst/>
                <a:gdLst/>
                <a:ahLst/>
                <a:cxnLst/>
                <a:rect l="l" t="t" r="r" b="b"/>
                <a:pathLst>
                  <a:path w="2617" h="2592" extrusionOk="0">
                    <a:moveTo>
                      <a:pt x="1319" y="2592"/>
                    </a:moveTo>
                    <a:cubicBezTo>
                      <a:pt x="970" y="2595"/>
                      <a:pt x="640" y="2461"/>
                      <a:pt x="391" y="2217"/>
                    </a:cubicBezTo>
                    <a:cubicBezTo>
                      <a:pt x="-124" y="1711"/>
                      <a:pt x="-131" y="881"/>
                      <a:pt x="375" y="366"/>
                    </a:cubicBezTo>
                    <a:cubicBezTo>
                      <a:pt x="555" y="182"/>
                      <a:pt x="783" y="57"/>
                      <a:pt x="1035" y="3"/>
                    </a:cubicBezTo>
                    <a:cubicBezTo>
                      <a:pt x="1113" y="-13"/>
                      <a:pt x="1190" y="37"/>
                      <a:pt x="1207" y="115"/>
                    </a:cubicBezTo>
                    <a:cubicBezTo>
                      <a:pt x="1224" y="194"/>
                      <a:pt x="1174" y="271"/>
                      <a:pt x="1095" y="288"/>
                    </a:cubicBezTo>
                    <a:cubicBezTo>
                      <a:pt x="900" y="329"/>
                      <a:pt x="722" y="427"/>
                      <a:pt x="582" y="570"/>
                    </a:cubicBezTo>
                    <a:cubicBezTo>
                      <a:pt x="189" y="970"/>
                      <a:pt x="194" y="1616"/>
                      <a:pt x="594" y="2009"/>
                    </a:cubicBezTo>
                    <a:cubicBezTo>
                      <a:pt x="789" y="2200"/>
                      <a:pt x="1045" y="2304"/>
                      <a:pt x="1317" y="2301"/>
                    </a:cubicBezTo>
                    <a:cubicBezTo>
                      <a:pt x="1589" y="2299"/>
                      <a:pt x="1843" y="2191"/>
                      <a:pt x="2034" y="1997"/>
                    </a:cubicBezTo>
                    <a:cubicBezTo>
                      <a:pt x="2225" y="1803"/>
                      <a:pt x="2328" y="1546"/>
                      <a:pt x="2326" y="1274"/>
                    </a:cubicBezTo>
                    <a:cubicBezTo>
                      <a:pt x="2324" y="1002"/>
                      <a:pt x="2215" y="748"/>
                      <a:pt x="2022" y="557"/>
                    </a:cubicBezTo>
                    <a:cubicBezTo>
                      <a:pt x="1914" y="452"/>
                      <a:pt x="1788" y="373"/>
                      <a:pt x="1648" y="324"/>
                    </a:cubicBezTo>
                    <a:cubicBezTo>
                      <a:pt x="1572" y="297"/>
                      <a:pt x="1532" y="214"/>
                      <a:pt x="1559" y="138"/>
                    </a:cubicBezTo>
                    <a:cubicBezTo>
                      <a:pt x="1586" y="62"/>
                      <a:pt x="1668" y="23"/>
                      <a:pt x="1744" y="49"/>
                    </a:cubicBezTo>
                    <a:cubicBezTo>
                      <a:pt x="1925" y="113"/>
                      <a:pt x="2087" y="214"/>
                      <a:pt x="2225" y="350"/>
                    </a:cubicBezTo>
                    <a:cubicBezTo>
                      <a:pt x="2475" y="595"/>
                      <a:pt x="2613" y="922"/>
                      <a:pt x="2617" y="1272"/>
                    </a:cubicBezTo>
                    <a:cubicBezTo>
                      <a:pt x="2620" y="1621"/>
                      <a:pt x="2486" y="1951"/>
                      <a:pt x="2241" y="2201"/>
                    </a:cubicBezTo>
                    <a:cubicBezTo>
                      <a:pt x="1996" y="2450"/>
                      <a:pt x="1669" y="2589"/>
                      <a:pt x="1319" y="25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6140880" y="4068000"/>
                <a:ext cx="33192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7" extrusionOk="0">
                    <a:moveTo>
                      <a:pt x="778" y="357"/>
                    </a:moveTo>
                    <a:cubicBezTo>
                      <a:pt x="762" y="357"/>
                      <a:pt x="745" y="354"/>
                      <a:pt x="729" y="349"/>
                    </a:cubicBezTo>
                    <a:cubicBezTo>
                      <a:pt x="551" y="286"/>
                      <a:pt x="360" y="274"/>
                      <a:pt x="176" y="313"/>
                    </a:cubicBezTo>
                    <a:cubicBezTo>
                      <a:pt x="97" y="329"/>
                      <a:pt x="20" y="279"/>
                      <a:pt x="4" y="201"/>
                    </a:cubicBezTo>
                    <a:cubicBezTo>
                      <a:pt x="-13" y="122"/>
                      <a:pt x="37" y="45"/>
                      <a:pt x="116" y="28"/>
                    </a:cubicBezTo>
                    <a:cubicBezTo>
                      <a:pt x="352" y="-22"/>
                      <a:pt x="598" y="-6"/>
                      <a:pt x="825" y="74"/>
                    </a:cubicBezTo>
                    <a:cubicBezTo>
                      <a:pt x="901" y="101"/>
                      <a:pt x="941" y="184"/>
                      <a:pt x="914" y="260"/>
                    </a:cubicBezTo>
                    <a:cubicBezTo>
                      <a:pt x="893" y="319"/>
                      <a:pt x="838" y="356"/>
                      <a:pt x="778" y="3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5604480" y="4263840"/>
                <a:ext cx="1352880" cy="951480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643" extrusionOk="0">
                    <a:moveTo>
                      <a:pt x="1895" y="2643"/>
                    </a:moveTo>
                    <a:cubicBezTo>
                      <a:pt x="1394" y="2647"/>
                      <a:pt x="920" y="2456"/>
                      <a:pt x="562" y="2104"/>
                    </a:cubicBezTo>
                    <a:cubicBezTo>
                      <a:pt x="287" y="1833"/>
                      <a:pt x="104" y="1490"/>
                      <a:pt x="33" y="1113"/>
                    </a:cubicBezTo>
                    <a:cubicBezTo>
                      <a:pt x="-36" y="743"/>
                      <a:pt x="5" y="366"/>
                      <a:pt x="153" y="22"/>
                    </a:cubicBezTo>
                    <a:cubicBezTo>
                      <a:pt x="161" y="4"/>
                      <a:pt x="182" y="-5"/>
                      <a:pt x="201" y="3"/>
                    </a:cubicBezTo>
                    <a:cubicBezTo>
                      <a:pt x="219" y="11"/>
                      <a:pt x="228" y="32"/>
                      <a:pt x="220" y="51"/>
                    </a:cubicBezTo>
                    <a:cubicBezTo>
                      <a:pt x="-77" y="740"/>
                      <a:pt x="78" y="1526"/>
                      <a:pt x="613" y="2052"/>
                    </a:cubicBezTo>
                    <a:cubicBezTo>
                      <a:pt x="957" y="2390"/>
                      <a:pt x="1412" y="2574"/>
                      <a:pt x="1895" y="2570"/>
                    </a:cubicBezTo>
                    <a:cubicBezTo>
                      <a:pt x="2377" y="2566"/>
                      <a:pt x="2829" y="2374"/>
                      <a:pt x="3167" y="2030"/>
                    </a:cubicBezTo>
                    <a:cubicBezTo>
                      <a:pt x="3556" y="1633"/>
                      <a:pt x="3740" y="1089"/>
                      <a:pt x="3671" y="537"/>
                    </a:cubicBezTo>
                    <a:cubicBezTo>
                      <a:pt x="3668" y="517"/>
                      <a:pt x="3682" y="499"/>
                      <a:pt x="3702" y="497"/>
                    </a:cubicBezTo>
                    <a:cubicBezTo>
                      <a:pt x="3722" y="494"/>
                      <a:pt x="3740" y="508"/>
                      <a:pt x="3743" y="528"/>
                    </a:cubicBezTo>
                    <a:cubicBezTo>
                      <a:pt x="3815" y="1103"/>
                      <a:pt x="3624" y="1669"/>
                      <a:pt x="3219" y="2081"/>
                    </a:cubicBezTo>
                    <a:cubicBezTo>
                      <a:pt x="2867" y="2439"/>
                      <a:pt x="2397" y="2638"/>
                      <a:pt x="1895" y="26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6090120" y="3862800"/>
                <a:ext cx="45000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250" h="204" extrusionOk="0">
                    <a:moveTo>
                      <a:pt x="1214" y="204"/>
                    </a:moveTo>
                    <a:cubicBezTo>
                      <a:pt x="1210" y="204"/>
                      <a:pt x="1205" y="203"/>
                      <a:pt x="1200" y="201"/>
                    </a:cubicBezTo>
                    <a:cubicBezTo>
                      <a:pt x="836" y="56"/>
                      <a:pt x="426" y="33"/>
                      <a:pt x="46" y="138"/>
                    </a:cubicBezTo>
                    <a:cubicBezTo>
                      <a:pt x="27" y="143"/>
                      <a:pt x="7" y="132"/>
                      <a:pt x="2" y="113"/>
                    </a:cubicBezTo>
                    <a:cubicBezTo>
                      <a:pt x="-4" y="94"/>
                      <a:pt x="7" y="74"/>
                      <a:pt x="27" y="68"/>
                    </a:cubicBezTo>
                    <a:cubicBezTo>
                      <a:pt x="421" y="-41"/>
                      <a:pt x="848" y="-18"/>
                      <a:pt x="1227" y="134"/>
                    </a:cubicBezTo>
                    <a:cubicBezTo>
                      <a:pt x="1246" y="141"/>
                      <a:pt x="1255" y="162"/>
                      <a:pt x="1248" y="181"/>
                    </a:cubicBezTo>
                    <a:cubicBezTo>
                      <a:pt x="1242" y="195"/>
                      <a:pt x="1228" y="204"/>
                      <a:pt x="1214" y="2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28425" rIns="90000" bIns="28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5739120" y="4004280"/>
                <a:ext cx="145080" cy="147240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09" extrusionOk="0">
                    <a:moveTo>
                      <a:pt x="36" y="409"/>
                    </a:moveTo>
                    <a:cubicBezTo>
                      <a:pt x="29" y="409"/>
                      <a:pt x="21" y="407"/>
                      <a:pt x="14" y="402"/>
                    </a:cubicBezTo>
                    <a:cubicBezTo>
                      <a:pt x="-2" y="390"/>
                      <a:pt x="-5" y="367"/>
                      <a:pt x="7" y="351"/>
                    </a:cubicBezTo>
                    <a:cubicBezTo>
                      <a:pt x="56" y="288"/>
                      <a:pt x="109" y="226"/>
                      <a:pt x="165" y="169"/>
                    </a:cubicBezTo>
                    <a:cubicBezTo>
                      <a:pt x="222" y="111"/>
                      <a:pt x="282" y="57"/>
                      <a:pt x="345" y="8"/>
                    </a:cubicBezTo>
                    <a:cubicBezTo>
                      <a:pt x="360" y="-5"/>
                      <a:pt x="383" y="-2"/>
                      <a:pt x="396" y="14"/>
                    </a:cubicBezTo>
                    <a:cubicBezTo>
                      <a:pt x="408" y="30"/>
                      <a:pt x="405" y="53"/>
                      <a:pt x="390" y="65"/>
                    </a:cubicBezTo>
                    <a:cubicBezTo>
                      <a:pt x="329" y="113"/>
                      <a:pt x="271" y="165"/>
                      <a:pt x="217" y="220"/>
                    </a:cubicBezTo>
                    <a:cubicBezTo>
                      <a:pt x="163" y="275"/>
                      <a:pt x="112" y="334"/>
                      <a:pt x="65" y="395"/>
                    </a:cubicBezTo>
                    <a:cubicBezTo>
                      <a:pt x="58" y="405"/>
                      <a:pt x="47" y="409"/>
                      <a:pt x="36" y="4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680080" y="3937680"/>
                <a:ext cx="1202040" cy="1202400"/>
              </a:xfrm>
              <a:custGeom>
                <a:avLst/>
                <a:gdLst/>
                <a:ahLst/>
                <a:cxnLst/>
                <a:rect l="l" t="t" r="r" b="b"/>
                <a:pathLst>
                  <a:path w="3339" h="3340" extrusionOk="0">
                    <a:moveTo>
                      <a:pt x="1684" y="3340"/>
                    </a:moveTo>
                    <a:cubicBezTo>
                      <a:pt x="1238" y="3344"/>
                      <a:pt x="816" y="3174"/>
                      <a:pt x="498" y="2862"/>
                    </a:cubicBezTo>
                    <a:cubicBezTo>
                      <a:pt x="-159" y="2216"/>
                      <a:pt x="-168" y="1156"/>
                      <a:pt x="478" y="500"/>
                    </a:cubicBezTo>
                    <a:cubicBezTo>
                      <a:pt x="790" y="182"/>
                      <a:pt x="1208" y="4"/>
                      <a:pt x="1654" y="0"/>
                    </a:cubicBezTo>
                    <a:cubicBezTo>
                      <a:pt x="2100" y="-4"/>
                      <a:pt x="2522" y="166"/>
                      <a:pt x="2840" y="479"/>
                    </a:cubicBezTo>
                    <a:cubicBezTo>
                      <a:pt x="3152" y="787"/>
                      <a:pt x="3330" y="1197"/>
                      <a:pt x="3339" y="1635"/>
                    </a:cubicBezTo>
                    <a:lnTo>
                      <a:pt x="3330" y="1636"/>
                    </a:lnTo>
                    <a:cubicBezTo>
                      <a:pt x="3321" y="1200"/>
                      <a:pt x="3145" y="791"/>
                      <a:pt x="2833" y="486"/>
                    </a:cubicBezTo>
                    <a:cubicBezTo>
                      <a:pt x="2517" y="175"/>
                      <a:pt x="2098" y="5"/>
                      <a:pt x="1654" y="9"/>
                    </a:cubicBezTo>
                    <a:cubicBezTo>
                      <a:pt x="1211" y="13"/>
                      <a:pt x="795" y="190"/>
                      <a:pt x="484" y="506"/>
                    </a:cubicBezTo>
                    <a:cubicBezTo>
                      <a:pt x="-158" y="1159"/>
                      <a:pt x="-149" y="2213"/>
                      <a:pt x="505" y="2855"/>
                    </a:cubicBezTo>
                    <a:cubicBezTo>
                      <a:pt x="821" y="3166"/>
                      <a:pt x="1240" y="3335"/>
                      <a:pt x="1684" y="3331"/>
                    </a:cubicBezTo>
                    <a:cubicBezTo>
                      <a:pt x="2127" y="3328"/>
                      <a:pt x="2543" y="3151"/>
                      <a:pt x="2854" y="2835"/>
                    </a:cubicBezTo>
                    <a:cubicBezTo>
                      <a:pt x="2940" y="2747"/>
                      <a:pt x="3016" y="2650"/>
                      <a:pt x="3080" y="2547"/>
                    </a:cubicBezTo>
                    <a:lnTo>
                      <a:pt x="3088" y="2552"/>
                    </a:lnTo>
                    <a:cubicBezTo>
                      <a:pt x="3024" y="2656"/>
                      <a:pt x="2947" y="2753"/>
                      <a:pt x="2860" y="2841"/>
                    </a:cubicBezTo>
                    <a:cubicBezTo>
                      <a:pt x="2548" y="3159"/>
                      <a:pt x="2130" y="3337"/>
                      <a:pt x="1684" y="334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6257520" y="4515840"/>
                <a:ext cx="46800" cy="4644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29" extrusionOk="0">
                    <a:moveTo>
                      <a:pt x="19" y="19"/>
                    </a:moveTo>
                    <a:cubicBezTo>
                      <a:pt x="44" y="-7"/>
                      <a:pt x="85" y="-7"/>
                      <a:pt x="111" y="18"/>
                    </a:cubicBezTo>
                    <a:cubicBezTo>
                      <a:pt x="136" y="43"/>
                      <a:pt x="136" y="84"/>
                      <a:pt x="111" y="110"/>
                    </a:cubicBezTo>
                    <a:cubicBezTo>
                      <a:pt x="86" y="135"/>
                      <a:pt x="45" y="135"/>
                      <a:pt x="20" y="111"/>
                    </a:cubicBezTo>
                    <a:cubicBezTo>
                      <a:pt x="-6" y="86"/>
                      <a:pt x="-6" y="44"/>
                      <a:pt x="19" y="1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1425" rIns="90000" bIns="1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" name="Google Shape;24;p2"/>
            <p:cNvGrpSpPr/>
            <p:nvPr/>
          </p:nvGrpSpPr>
          <p:grpSpPr>
            <a:xfrm>
              <a:off x="7519397" y="3170456"/>
              <a:ext cx="1550510" cy="1844289"/>
              <a:chOff x="5964933" y="1271550"/>
              <a:chExt cx="3226867" cy="3838270"/>
            </a:xfrm>
          </p:grpSpPr>
          <p:grpSp>
            <p:nvGrpSpPr>
              <p:cNvPr id="25" name="Google Shape;25;p2"/>
              <p:cNvGrpSpPr/>
              <p:nvPr/>
            </p:nvGrpSpPr>
            <p:grpSpPr>
              <a:xfrm rot="1800072">
                <a:off x="6697343" y="1678731"/>
                <a:ext cx="1637454" cy="3157382"/>
                <a:chOff x="6571800" y="2576520"/>
                <a:chExt cx="1118520" cy="2156760"/>
              </a:xfrm>
            </p:grpSpPr>
            <p:sp>
              <p:nvSpPr>
                <p:cNvPr id="26" name="Google Shape;26;p2"/>
                <p:cNvSpPr/>
                <p:nvPr/>
              </p:nvSpPr>
              <p:spPr>
                <a:xfrm>
                  <a:off x="7450920" y="2913840"/>
                  <a:ext cx="133200" cy="41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149" extrusionOk="0">
                      <a:moveTo>
                        <a:pt x="317" y="0"/>
                      </a:moveTo>
                      <a:lnTo>
                        <a:pt x="317" y="0"/>
                      </a:lnTo>
                      <a:cubicBezTo>
                        <a:pt x="296" y="0"/>
                        <a:pt x="277" y="12"/>
                        <a:pt x="269" y="32"/>
                      </a:cubicBezTo>
                      <a:lnTo>
                        <a:pt x="1" y="666"/>
                      </a:lnTo>
                      <a:lnTo>
                        <a:pt x="0" y="669"/>
                      </a:lnTo>
                      <a:lnTo>
                        <a:pt x="0" y="673"/>
                      </a:ln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8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53"/>
                      </a:lnTo>
                      <a:cubicBezTo>
                        <a:pt x="370" y="20"/>
                        <a:pt x="343" y="0"/>
                        <a:pt x="317" y="0"/>
                      </a:cubicBezTo>
                      <a:moveTo>
                        <a:pt x="317" y="18"/>
                      </a:moveTo>
                      <a:cubicBezTo>
                        <a:pt x="335" y="18"/>
                        <a:pt x="352" y="31"/>
                        <a:pt x="352" y="53"/>
                      </a:cubicBezTo>
                      <a:lnTo>
                        <a:pt x="352" y="1132"/>
                      </a:lnTo>
                      <a:lnTo>
                        <a:pt x="18" y="1132"/>
                      </a:lnTo>
                      <a:lnTo>
                        <a:pt x="18" y="673"/>
                      </a:lnTo>
                      <a:lnTo>
                        <a:pt x="285" y="39"/>
                      </a:lnTo>
                      <a:cubicBezTo>
                        <a:pt x="291" y="24"/>
                        <a:pt x="304" y="18"/>
                        <a:pt x="317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7450920" y="3374640"/>
                  <a:ext cx="133200" cy="504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402" extrusionOk="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322"/>
                      </a:lnTo>
                      <a:lnTo>
                        <a:pt x="0" y="325"/>
                      </a:lnTo>
                      <a:lnTo>
                        <a:pt x="1" y="328"/>
                      </a:lnTo>
                      <a:lnTo>
                        <a:pt x="335" y="1302"/>
                      </a:lnTo>
                      <a:lnTo>
                        <a:pt x="370" y="1402"/>
                      </a:lnTo>
                      <a:lnTo>
                        <a:pt x="370" y="1297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1297"/>
                      </a:lnTo>
                      <a:lnTo>
                        <a:pt x="18" y="322"/>
                      </a:lnTo>
                      <a:lnTo>
                        <a:pt x="18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28;p2"/>
                <p:cNvSpPr/>
                <p:nvPr/>
              </p:nvSpPr>
              <p:spPr>
                <a:xfrm>
                  <a:off x="6750360" y="3713040"/>
                  <a:ext cx="761400" cy="37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" h="1050" extrusionOk="0">
                      <a:moveTo>
                        <a:pt x="357" y="0"/>
                      </a:moveTo>
                      <a:lnTo>
                        <a:pt x="357" y="0"/>
                      </a:lnTo>
                      <a:cubicBezTo>
                        <a:pt x="260" y="0"/>
                        <a:pt x="175" y="61"/>
                        <a:pt x="144" y="154"/>
                      </a:cubicBezTo>
                      <a:lnTo>
                        <a:pt x="6" y="574"/>
                      </a:lnTo>
                      <a:cubicBezTo>
                        <a:pt x="-6" y="611"/>
                        <a:pt x="-1" y="651"/>
                        <a:pt x="19" y="685"/>
                      </a:cubicBezTo>
                      <a:cubicBezTo>
                        <a:pt x="28" y="701"/>
                        <a:pt x="40" y="714"/>
                        <a:pt x="55" y="724"/>
                      </a:cubicBezTo>
                      <a:cubicBezTo>
                        <a:pt x="348" y="938"/>
                        <a:pt x="695" y="1050"/>
                        <a:pt x="1057" y="1050"/>
                      </a:cubicBezTo>
                      <a:cubicBezTo>
                        <a:pt x="1420" y="1050"/>
                        <a:pt x="1766" y="938"/>
                        <a:pt x="2060" y="724"/>
                      </a:cubicBezTo>
                      <a:cubicBezTo>
                        <a:pt x="2074" y="714"/>
                        <a:pt x="2086" y="701"/>
                        <a:pt x="2096" y="685"/>
                      </a:cubicBezTo>
                      <a:cubicBezTo>
                        <a:pt x="2116" y="651"/>
                        <a:pt x="2121" y="611"/>
                        <a:pt x="2108" y="574"/>
                      </a:cubicBezTo>
                      <a:lnTo>
                        <a:pt x="1970" y="154"/>
                      </a:lnTo>
                      <a:cubicBezTo>
                        <a:pt x="1940" y="61"/>
                        <a:pt x="1854" y="0"/>
                        <a:pt x="1757" y="0"/>
                      </a:cubicBezTo>
                      <a:cubicBezTo>
                        <a:pt x="1754" y="0"/>
                        <a:pt x="1752" y="0"/>
                        <a:pt x="1750" y="0"/>
                      </a:cubicBezTo>
                      <a:cubicBezTo>
                        <a:pt x="1724" y="0"/>
                        <a:pt x="1698" y="5"/>
                        <a:pt x="1672" y="16"/>
                      </a:cubicBezTo>
                      <a:cubicBezTo>
                        <a:pt x="1476" y="93"/>
                        <a:pt x="1269" y="133"/>
                        <a:pt x="1057" y="133"/>
                      </a:cubicBezTo>
                      <a:cubicBezTo>
                        <a:pt x="846" y="133"/>
                        <a:pt x="639" y="93"/>
                        <a:pt x="442" y="16"/>
                      </a:cubicBezTo>
                      <a:cubicBezTo>
                        <a:pt x="417" y="5"/>
                        <a:pt x="390" y="0"/>
                        <a:pt x="364" y="0"/>
                      </a:cubicBezTo>
                      <a:cubicBezTo>
                        <a:pt x="362" y="0"/>
                        <a:pt x="360" y="0"/>
                        <a:pt x="357" y="0"/>
                      </a:cubicBezTo>
                      <a:moveTo>
                        <a:pt x="357" y="17"/>
                      </a:moveTo>
                      <a:cubicBezTo>
                        <a:pt x="360" y="17"/>
                        <a:pt x="362" y="17"/>
                        <a:pt x="364" y="17"/>
                      </a:cubicBezTo>
                      <a:cubicBezTo>
                        <a:pt x="388" y="18"/>
                        <a:pt x="412" y="23"/>
                        <a:pt x="436" y="32"/>
                      </a:cubicBezTo>
                      <a:cubicBezTo>
                        <a:pt x="628" y="108"/>
                        <a:pt x="838" y="150"/>
                        <a:pt x="1057" y="150"/>
                      </a:cubicBezTo>
                      <a:cubicBezTo>
                        <a:pt x="1277" y="150"/>
                        <a:pt x="1486" y="108"/>
                        <a:pt x="1679" y="32"/>
                      </a:cubicBezTo>
                      <a:cubicBezTo>
                        <a:pt x="1702" y="23"/>
                        <a:pt x="1727" y="18"/>
                        <a:pt x="1751" y="17"/>
                      </a:cubicBezTo>
                      <a:cubicBezTo>
                        <a:pt x="1753" y="17"/>
                        <a:pt x="1755" y="17"/>
                        <a:pt x="1757" y="17"/>
                      </a:cubicBezTo>
                      <a:cubicBezTo>
                        <a:pt x="1843" y="17"/>
                        <a:pt x="1924" y="71"/>
                        <a:pt x="1953" y="159"/>
                      </a:cubicBezTo>
                      <a:lnTo>
                        <a:pt x="2092" y="579"/>
                      </a:lnTo>
                      <a:cubicBezTo>
                        <a:pt x="2103" y="612"/>
                        <a:pt x="2098" y="647"/>
                        <a:pt x="2080" y="676"/>
                      </a:cubicBezTo>
                      <a:cubicBezTo>
                        <a:pt x="2073" y="689"/>
                        <a:pt x="2062" y="701"/>
                        <a:pt x="2049" y="710"/>
                      </a:cubicBezTo>
                      <a:cubicBezTo>
                        <a:pt x="1771" y="913"/>
                        <a:pt x="1428" y="1033"/>
                        <a:pt x="1057" y="1033"/>
                      </a:cubicBezTo>
                      <a:cubicBezTo>
                        <a:pt x="687" y="1033"/>
                        <a:pt x="344" y="913"/>
                        <a:pt x="65" y="710"/>
                      </a:cubicBezTo>
                      <a:cubicBezTo>
                        <a:pt x="52" y="701"/>
                        <a:pt x="42" y="689"/>
                        <a:pt x="34" y="676"/>
                      </a:cubicBezTo>
                      <a:cubicBezTo>
                        <a:pt x="17" y="647"/>
                        <a:pt x="12" y="612"/>
                        <a:pt x="23" y="579"/>
                      </a:cubicBezTo>
                      <a:lnTo>
                        <a:pt x="161" y="159"/>
                      </a:lnTo>
                      <a:cubicBezTo>
                        <a:pt x="190" y="71"/>
                        <a:pt x="271" y="17"/>
                        <a:pt x="357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9" name="Google Shape;29;p2"/>
                <p:cNvSpPr/>
                <p:nvPr/>
              </p:nvSpPr>
              <p:spPr>
                <a:xfrm>
                  <a:off x="6678000" y="3374640"/>
                  <a:ext cx="133200" cy="504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402" extrusionOk="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1297"/>
                      </a:lnTo>
                      <a:lnTo>
                        <a:pt x="0" y="1402"/>
                      </a:lnTo>
                      <a:lnTo>
                        <a:pt x="34" y="1302"/>
                      </a:lnTo>
                      <a:lnTo>
                        <a:pt x="369" y="328"/>
                      </a:lnTo>
                      <a:lnTo>
                        <a:pt x="370" y="325"/>
                      </a:lnTo>
                      <a:lnTo>
                        <a:pt x="370" y="322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322"/>
                      </a:lnTo>
                      <a:lnTo>
                        <a:pt x="17" y="1297"/>
                      </a:lnTo>
                      <a:lnTo>
                        <a:pt x="17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6678000" y="2913840"/>
                  <a:ext cx="133200" cy="41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149" extrusionOk="0">
                      <a:moveTo>
                        <a:pt x="53" y="0"/>
                      </a:moveTo>
                      <a:cubicBezTo>
                        <a:pt x="27" y="0"/>
                        <a:pt x="0" y="20"/>
                        <a:pt x="0" y="53"/>
                      </a:cubicBez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7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673"/>
                      </a:lnTo>
                      <a:lnTo>
                        <a:pt x="370" y="669"/>
                      </a:lnTo>
                      <a:lnTo>
                        <a:pt x="368" y="666"/>
                      </a:lnTo>
                      <a:lnTo>
                        <a:pt x="101" y="32"/>
                      </a:lnTo>
                      <a:cubicBezTo>
                        <a:pt x="92" y="12"/>
                        <a:pt x="74" y="0"/>
                        <a:pt x="53" y="0"/>
                      </a:cubicBezTo>
                      <a:moveTo>
                        <a:pt x="53" y="18"/>
                      </a:moveTo>
                      <a:cubicBezTo>
                        <a:pt x="65" y="18"/>
                        <a:pt x="78" y="24"/>
                        <a:pt x="84" y="39"/>
                      </a:cubicBezTo>
                      <a:lnTo>
                        <a:pt x="352" y="673"/>
                      </a:lnTo>
                      <a:lnTo>
                        <a:pt x="352" y="1132"/>
                      </a:lnTo>
                      <a:lnTo>
                        <a:pt x="17" y="1132"/>
                      </a:lnTo>
                      <a:lnTo>
                        <a:pt x="17" y="53"/>
                      </a:lnTo>
                      <a:cubicBezTo>
                        <a:pt x="17" y="31"/>
                        <a:pt x="35" y="18"/>
                        <a:pt x="53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6781680" y="2751480"/>
                  <a:ext cx="698400" cy="243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" h="676" extrusionOk="0">
                      <a:moveTo>
                        <a:pt x="970" y="0"/>
                      </a:moveTo>
                      <a:cubicBezTo>
                        <a:pt x="639" y="0"/>
                        <a:pt x="322" y="72"/>
                        <a:pt x="55" y="209"/>
                      </a:cubicBezTo>
                      <a:cubicBezTo>
                        <a:pt x="8" y="233"/>
                        <a:pt x="-11" y="277"/>
                        <a:pt x="7" y="317"/>
                      </a:cubicBezTo>
                      <a:lnTo>
                        <a:pt x="155" y="604"/>
                      </a:lnTo>
                      <a:cubicBezTo>
                        <a:pt x="174" y="643"/>
                        <a:pt x="220" y="671"/>
                        <a:pt x="274" y="675"/>
                      </a:cubicBezTo>
                      <a:cubicBezTo>
                        <a:pt x="280" y="676"/>
                        <a:pt x="285" y="676"/>
                        <a:pt x="290" y="676"/>
                      </a:cubicBezTo>
                      <a:cubicBezTo>
                        <a:pt x="310" y="676"/>
                        <a:pt x="330" y="673"/>
                        <a:pt x="348" y="667"/>
                      </a:cubicBezTo>
                      <a:cubicBezTo>
                        <a:pt x="545" y="606"/>
                        <a:pt x="754" y="574"/>
                        <a:pt x="971" y="574"/>
                      </a:cubicBezTo>
                      <a:cubicBezTo>
                        <a:pt x="1187" y="574"/>
                        <a:pt x="1396" y="606"/>
                        <a:pt x="1593" y="667"/>
                      </a:cubicBezTo>
                      <a:cubicBezTo>
                        <a:pt x="1611" y="673"/>
                        <a:pt x="1630" y="676"/>
                        <a:pt x="1649" y="676"/>
                      </a:cubicBezTo>
                      <a:cubicBezTo>
                        <a:pt x="1655" y="676"/>
                        <a:pt x="1661" y="675"/>
                        <a:pt x="1667" y="675"/>
                      </a:cubicBezTo>
                      <a:cubicBezTo>
                        <a:pt x="1722" y="670"/>
                        <a:pt x="1767" y="643"/>
                        <a:pt x="1786" y="603"/>
                      </a:cubicBezTo>
                      <a:lnTo>
                        <a:pt x="1933" y="317"/>
                      </a:lnTo>
                      <a:cubicBezTo>
                        <a:pt x="1952" y="277"/>
                        <a:pt x="1932" y="232"/>
                        <a:pt x="1886" y="209"/>
                      </a:cubicBezTo>
                      <a:cubicBezTo>
                        <a:pt x="1618" y="72"/>
                        <a:pt x="1301" y="0"/>
                        <a:pt x="970" y="0"/>
                      </a:cubicBezTo>
                      <a:moveTo>
                        <a:pt x="970" y="17"/>
                      </a:moveTo>
                      <a:cubicBezTo>
                        <a:pt x="1310" y="17"/>
                        <a:pt x="1623" y="94"/>
                        <a:pt x="1878" y="224"/>
                      </a:cubicBezTo>
                      <a:cubicBezTo>
                        <a:pt x="1916" y="244"/>
                        <a:pt x="1932" y="278"/>
                        <a:pt x="1917" y="309"/>
                      </a:cubicBezTo>
                      <a:lnTo>
                        <a:pt x="1770" y="596"/>
                      </a:lnTo>
                      <a:cubicBezTo>
                        <a:pt x="1753" y="631"/>
                        <a:pt x="1712" y="653"/>
                        <a:pt x="1665" y="657"/>
                      </a:cubicBezTo>
                      <a:cubicBezTo>
                        <a:pt x="1660" y="658"/>
                        <a:pt x="1655" y="658"/>
                        <a:pt x="1649" y="658"/>
                      </a:cubicBezTo>
                      <a:cubicBezTo>
                        <a:pt x="1632" y="658"/>
                        <a:pt x="1615" y="656"/>
                        <a:pt x="1598" y="650"/>
                      </a:cubicBezTo>
                      <a:cubicBezTo>
                        <a:pt x="1406" y="590"/>
                        <a:pt x="1194" y="557"/>
                        <a:pt x="971" y="557"/>
                      </a:cubicBezTo>
                      <a:cubicBezTo>
                        <a:pt x="747" y="557"/>
                        <a:pt x="535" y="590"/>
                        <a:pt x="343" y="650"/>
                      </a:cubicBezTo>
                      <a:cubicBezTo>
                        <a:pt x="326" y="656"/>
                        <a:pt x="308" y="658"/>
                        <a:pt x="290" y="658"/>
                      </a:cubicBezTo>
                      <a:cubicBezTo>
                        <a:pt x="286" y="658"/>
                        <a:pt x="281" y="658"/>
                        <a:pt x="276" y="658"/>
                      </a:cubicBezTo>
                      <a:cubicBezTo>
                        <a:pt x="229" y="654"/>
                        <a:pt x="187" y="631"/>
                        <a:pt x="171" y="596"/>
                      </a:cubicBezTo>
                      <a:lnTo>
                        <a:pt x="23" y="309"/>
                      </a:lnTo>
                      <a:cubicBezTo>
                        <a:pt x="9" y="278"/>
                        <a:pt x="25" y="244"/>
                        <a:pt x="63" y="224"/>
                      </a:cubicBezTo>
                      <a:cubicBezTo>
                        <a:pt x="318" y="94"/>
                        <a:pt x="631" y="17"/>
                        <a:pt x="97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6715080" y="2647800"/>
                  <a:ext cx="14616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" h="392" extrusionOk="0">
                      <a:moveTo>
                        <a:pt x="309" y="0"/>
                      </a:moveTo>
                      <a:lnTo>
                        <a:pt x="309" y="0"/>
                      </a:lnTo>
                      <a:cubicBezTo>
                        <a:pt x="298" y="0"/>
                        <a:pt x="288" y="2"/>
                        <a:pt x="279" y="6"/>
                      </a:cubicBezTo>
                      <a:cubicBezTo>
                        <a:pt x="181" y="50"/>
                        <a:pt x="92" y="116"/>
                        <a:pt x="23" y="199"/>
                      </a:cubicBezTo>
                      <a:cubicBezTo>
                        <a:pt x="-11" y="239"/>
                        <a:pt x="-7" y="300"/>
                        <a:pt x="31" y="338"/>
                      </a:cubicBezTo>
                      <a:lnTo>
                        <a:pt x="65" y="372"/>
                      </a:lnTo>
                      <a:cubicBezTo>
                        <a:pt x="77" y="385"/>
                        <a:pt x="93" y="392"/>
                        <a:pt x="111" y="392"/>
                      </a:cubicBezTo>
                      <a:cubicBezTo>
                        <a:pt x="131" y="392"/>
                        <a:pt x="149" y="383"/>
                        <a:pt x="161" y="368"/>
                      </a:cubicBezTo>
                      <a:cubicBezTo>
                        <a:pt x="214" y="305"/>
                        <a:pt x="277" y="252"/>
                        <a:pt x="349" y="213"/>
                      </a:cubicBezTo>
                      <a:cubicBezTo>
                        <a:pt x="380" y="196"/>
                        <a:pt x="400" y="165"/>
                        <a:pt x="405" y="130"/>
                      </a:cubicBezTo>
                      <a:cubicBezTo>
                        <a:pt x="410" y="94"/>
                        <a:pt x="398" y="56"/>
                        <a:pt x="372" y="30"/>
                      </a:cubicBezTo>
                      <a:lnTo>
                        <a:pt x="365" y="23"/>
                      </a:lnTo>
                      <a:cubicBezTo>
                        <a:pt x="350" y="9"/>
                        <a:pt x="330" y="0"/>
                        <a:pt x="309" y="0"/>
                      </a:cubicBezTo>
                      <a:moveTo>
                        <a:pt x="309" y="18"/>
                      </a:moveTo>
                      <a:cubicBezTo>
                        <a:pt x="325" y="18"/>
                        <a:pt x="341" y="24"/>
                        <a:pt x="352" y="36"/>
                      </a:cubicBezTo>
                      <a:lnTo>
                        <a:pt x="360" y="43"/>
                      </a:lnTo>
                      <a:cubicBezTo>
                        <a:pt x="405" y="88"/>
                        <a:pt x="397" y="166"/>
                        <a:pt x="340" y="197"/>
                      </a:cubicBezTo>
                      <a:cubicBezTo>
                        <a:pt x="267" y="238"/>
                        <a:pt x="201" y="292"/>
                        <a:pt x="148" y="357"/>
                      </a:cubicBezTo>
                      <a:cubicBezTo>
                        <a:pt x="138" y="368"/>
                        <a:pt x="125" y="374"/>
                        <a:pt x="111" y="374"/>
                      </a:cubicBezTo>
                      <a:cubicBezTo>
                        <a:pt x="99" y="374"/>
                        <a:pt x="86" y="369"/>
                        <a:pt x="77" y="360"/>
                      </a:cubicBezTo>
                      <a:lnTo>
                        <a:pt x="43" y="326"/>
                      </a:lnTo>
                      <a:cubicBezTo>
                        <a:pt x="12" y="295"/>
                        <a:pt x="8" y="244"/>
                        <a:pt x="37" y="210"/>
                      </a:cubicBezTo>
                      <a:cubicBezTo>
                        <a:pt x="104" y="130"/>
                        <a:pt x="189" y="65"/>
                        <a:pt x="286" y="23"/>
                      </a:cubicBezTo>
                      <a:cubicBezTo>
                        <a:pt x="293" y="19"/>
                        <a:pt x="301" y="18"/>
                        <a:pt x="309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>
                  <a:off x="7400520" y="2647800"/>
                  <a:ext cx="14652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" h="392" extrusionOk="0">
                      <a:moveTo>
                        <a:pt x="98" y="0"/>
                      </a:moveTo>
                      <a:lnTo>
                        <a:pt x="98" y="0"/>
                      </a:lnTo>
                      <a:cubicBezTo>
                        <a:pt x="77" y="0"/>
                        <a:pt x="57" y="9"/>
                        <a:pt x="42" y="23"/>
                      </a:cubicBezTo>
                      <a:lnTo>
                        <a:pt x="34" y="30"/>
                      </a:lnTo>
                      <a:cubicBezTo>
                        <a:pt x="8" y="57"/>
                        <a:pt x="-4" y="94"/>
                        <a:pt x="1" y="130"/>
                      </a:cubicBezTo>
                      <a:cubicBezTo>
                        <a:pt x="6" y="166"/>
                        <a:pt x="27" y="196"/>
                        <a:pt x="57" y="213"/>
                      </a:cubicBezTo>
                      <a:cubicBezTo>
                        <a:pt x="130" y="252"/>
                        <a:pt x="193" y="305"/>
                        <a:pt x="245" y="368"/>
                      </a:cubicBezTo>
                      <a:cubicBezTo>
                        <a:pt x="257" y="383"/>
                        <a:pt x="276" y="392"/>
                        <a:pt x="295" y="392"/>
                      </a:cubicBezTo>
                      <a:cubicBezTo>
                        <a:pt x="313" y="392"/>
                        <a:pt x="330" y="385"/>
                        <a:pt x="342" y="372"/>
                      </a:cubicBezTo>
                      <a:lnTo>
                        <a:pt x="376" y="338"/>
                      </a:lnTo>
                      <a:cubicBezTo>
                        <a:pt x="414" y="300"/>
                        <a:pt x="417" y="239"/>
                        <a:pt x="383" y="199"/>
                      </a:cubicBezTo>
                      <a:cubicBezTo>
                        <a:pt x="314" y="116"/>
                        <a:pt x="226" y="50"/>
                        <a:pt x="128" y="6"/>
                      </a:cubicBezTo>
                      <a:cubicBezTo>
                        <a:pt x="118" y="2"/>
                        <a:pt x="108" y="0"/>
                        <a:pt x="98" y="0"/>
                      </a:cubicBezTo>
                      <a:moveTo>
                        <a:pt x="98" y="18"/>
                      </a:moveTo>
                      <a:cubicBezTo>
                        <a:pt x="106" y="18"/>
                        <a:pt x="113" y="19"/>
                        <a:pt x="121" y="23"/>
                      </a:cubicBezTo>
                      <a:cubicBezTo>
                        <a:pt x="218" y="65"/>
                        <a:pt x="303" y="130"/>
                        <a:pt x="370" y="210"/>
                      </a:cubicBezTo>
                      <a:cubicBezTo>
                        <a:pt x="398" y="244"/>
                        <a:pt x="395" y="295"/>
                        <a:pt x="363" y="326"/>
                      </a:cubicBezTo>
                      <a:lnTo>
                        <a:pt x="330" y="360"/>
                      </a:lnTo>
                      <a:cubicBezTo>
                        <a:pt x="320" y="369"/>
                        <a:pt x="308" y="374"/>
                        <a:pt x="295" y="374"/>
                      </a:cubicBezTo>
                      <a:cubicBezTo>
                        <a:pt x="282" y="374"/>
                        <a:pt x="268" y="368"/>
                        <a:pt x="259" y="357"/>
                      </a:cubicBezTo>
                      <a:cubicBezTo>
                        <a:pt x="205" y="292"/>
                        <a:pt x="140" y="238"/>
                        <a:pt x="66" y="197"/>
                      </a:cubicBezTo>
                      <a:cubicBezTo>
                        <a:pt x="10" y="166"/>
                        <a:pt x="2" y="88"/>
                        <a:pt x="47" y="43"/>
                      </a:cubicBezTo>
                      <a:lnTo>
                        <a:pt x="54" y="36"/>
                      </a:lnTo>
                      <a:cubicBezTo>
                        <a:pt x="66" y="24"/>
                        <a:pt x="82" y="18"/>
                        <a:pt x="98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" name="Google Shape;34;p2"/>
                <p:cNvSpPr/>
                <p:nvPr/>
              </p:nvSpPr>
              <p:spPr>
                <a:xfrm>
                  <a:off x="6869520" y="2975760"/>
                  <a:ext cx="255960" cy="76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" h="2128" extrusionOk="0">
                      <a:moveTo>
                        <a:pt x="708" y="0"/>
                      </a:moveTo>
                      <a:lnTo>
                        <a:pt x="690" y="0"/>
                      </a:lnTo>
                      <a:cubicBezTo>
                        <a:pt x="477" y="0"/>
                        <a:pt x="270" y="37"/>
                        <a:pt x="77" y="111"/>
                      </a:cubicBezTo>
                      <a:cubicBezTo>
                        <a:pt x="62" y="116"/>
                        <a:pt x="47" y="119"/>
                        <a:pt x="32" y="119"/>
                      </a:cubicBezTo>
                      <a:cubicBezTo>
                        <a:pt x="28" y="119"/>
                        <a:pt x="23" y="119"/>
                        <a:pt x="19" y="118"/>
                      </a:cubicBezTo>
                      <a:lnTo>
                        <a:pt x="0" y="116"/>
                      </a:lnTo>
                      <a:lnTo>
                        <a:pt x="0" y="136"/>
                      </a:lnTo>
                      <a:lnTo>
                        <a:pt x="3" y="1966"/>
                      </a:lnTo>
                      <a:lnTo>
                        <a:pt x="3" y="1984"/>
                      </a:lnTo>
                      <a:lnTo>
                        <a:pt x="20" y="1984"/>
                      </a:lnTo>
                      <a:cubicBezTo>
                        <a:pt x="41" y="1984"/>
                        <a:pt x="62" y="1989"/>
                        <a:pt x="83" y="1998"/>
                      </a:cubicBezTo>
                      <a:cubicBezTo>
                        <a:pt x="278" y="2084"/>
                        <a:pt x="483" y="2128"/>
                        <a:pt x="693" y="2128"/>
                      </a:cubicBezTo>
                      <a:lnTo>
                        <a:pt x="711" y="2128"/>
                      </a:lnTo>
                      <a:lnTo>
                        <a:pt x="711" y="2110"/>
                      </a:lnTo>
                      <a:lnTo>
                        <a:pt x="708" y="17"/>
                      </a:lnTo>
                      <a:lnTo>
                        <a:pt x="708" y="0"/>
                      </a:lnTo>
                      <a:moveTo>
                        <a:pt x="690" y="17"/>
                      </a:moveTo>
                      <a:lnTo>
                        <a:pt x="693" y="2110"/>
                      </a:lnTo>
                      <a:cubicBezTo>
                        <a:pt x="480" y="2110"/>
                        <a:pt x="277" y="2065"/>
                        <a:pt x="90" y="1982"/>
                      </a:cubicBezTo>
                      <a:cubicBezTo>
                        <a:pt x="67" y="1972"/>
                        <a:pt x="44" y="1967"/>
                        <a:pt x="21" y="1967"/>
                      </a:cubicBezTo>
                      <a:lnTo>
                        <a:pt x="21" y="1966"/>
                      </a:lnTo>
                      <a:lnTo>
                        <a:pt x="18" y="136"/>
                      </a:lnTo>
                      <a:cubicBezTo>
                        <a:pt x="22" y="136"/>
                        <a:pt x="27" y="137"/>
                        <a:pt x="32" y="137"/>
                      </a:cubicBezTo>
                      <a:cubicBezTo>
                        <a:pt x="49" y="137"/>
                        <a:pt x="66" y="134"/>
                        <a:pt x="83" y="127"/>
                      </a:cubicBezTo>
                      <a:cubicBezTo>
                        <a:pt x="268" y="57"/>
                        <a:pt x="474" y="17"/>
                        <a:pt x="69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7136280" y="2975760"/>
                  <a:ext cx="257400" cy="76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5" h="2128" extrusionOk="0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3" y="2110"/>
                      </a:lnTo>
                      <a:lnTo>
                        <a:pt x="3" y="2128"/>
                      </a:lnTo>
                      <a:lnTo>
                        <a:pt x="21" y="2128"/>
                      </a:lnTo>
                      <a:cubicBezTo>
                        <a:pt x="232" y="2128"/>
                        <a:pt x="438" y="2084"/>
                        <a:pt x="634" y="1998"/>
                      </a:cubicBezTo>
                      <a:cubicBezTo>
                        <a:pt x="655" y="1989"/>
                        <a:pt x="676" y="1984"/>
                        <a:pt x="698" y="1984"/>
                      </a:cubicBezTo>
                      <a:lnTo>
                        <a:pt x="715" y="1984"/>
                      </a:lnTo>
                      <a:lnTo>
                        <a:pt x="715" y="1967"/>
                      </a:lnTo>
                      <a:lnTo>
                        <a:pt x="712" y="136"/>
                      </a:lnTo>
                      <a:lnTo>
                        <a:pt x="712" y="116"/>
                      </a:lnTo>
                      <a:lnTo>
                        <a:pt x="692" y="118"/>
                      </a:lnTo>
                      <a:cubicBezTo>
                        <a:pt x="688" y="119"/>
                        <a:pt x="683" y="119"/>
                        <a:pt x="678" y="119"/>
                      </a:cubicBezTo>
                      <a:cubicBezTo>
                        <a:pt x="664" y="119"/>
                        <a:pt x="649" y="116"/>
                        <a:pt x="635" y="111"/>
                      </a:cubicBezTo>
                      <a:cubicBezTo>
                        <a:pt x="439" y="37"/>
                        <a:pt x="232" y="0"/>
                        <a:pt x="18" y="0"/>
                      </a:cubicBezTo>
                      <a:moveTo>
                        <a:pt x="18" y="17"/>
                      </a:moveTo>
                      <a:cubicBezTo>
                        <a:pt x="235" y="17"/>
                        <a:pt x="442" y="57"/>
                        <a:pt x="629" y="127"/>
                      </a:cubicBezTo>
                      <a:cubicBezTo>
                        <a:pt x="645" y="134"/>
                        <a:pt x="662" y="137"/>
                        <a:pt x="678" y="137"/>
                      </a:cubicBezTo>
                      <a:cubicBezTo>
                        <a:pt x="684" y="137"/>
                        <a:pt x="689" y="136"/>
                        <a:pt x="694" y="136"/>
                      </a:cubicBezTo>
                      <a:lnTo>
                        <a:pt x="697" y="1966"/>
                      </a:lnTo>
                      <a:lnTo>
                        <a:pt x="697" y="1967"/>
                      </a:lnTo>
                      <a:cubicBezTo>
                        <a:pt x="674" y="1967"/>
                        <a:pt x="650" y="1972"/>
                        <a:pt x="627" y="1982"/>
                      </a:cubicBezTo>
                      <a:cubicBezTo>
                        <a:pt x="439" y="2065"/>
                        <a:pt x="235" y="2110"/>
                        <a:pt x="21" y="2110"/>
                      </a:cubicBezTo>
                      <a:lnTo>
                        <a:pt x="18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" name="Google Shape;36;p2"/>
                <p:cNvSpPr/>
                <p:nvPr/>
              </p:nvSpPr>
              <p:spPr>
                <a:xfrm>
                  <a:off x="6571800" y="2576520"/>
                  <a:ext cx="1118520" cy="200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7" h="5570" extrusionOk="0">
                      <a:moveTo>
                        <a:pt x="2201" y="0"/>
                      </a:moveTo>
                      <a:lnTo>
                        <a:pt x="905" y="0"/>
                      </a:lnTo>
                      <a:cubicBezTo>
                        <a:pt x="483" y="0"/>
                        <a:pt x="139" y="344"/>
                        <a:pt x="139" y="767"/>
                      </a:cubicBezTo>
                      <a:lnTo>
                        <a:pt x="139" y="829"/>
                      </a:lnTo>
                      <a:cubicBezTo>
                        <a:pt x="60" y="840"/>
                        <a:pt x="0" y="906"/>
                        <a:pt x="0" y="988"/>
                      </a:cubicBezTo>
                      <a:lnTo>
                        <a:pt x="0" y="1461"/>
                      </a:lnTo>
                      <a:cubicBezTo>
                        <a:pt x="0" y="1542"/>
                        <a:pt x="60" y="1609"/>
                        <a:pt x="139" y="1620"/>
                      </a:cubicBezTo>
                      <a:lnTo>
                        <a:pt x="139" y="3906"/>
                      </a:lnTo>
                      <a:lnTo>
                        <a:pt x="139" y="4018"/>
                      </a:lnTo>
                      <a:cubicBezTo>
                        <a:pt x="60" y="4028"/>
                        <a:pt x="0" y="4095"/>
                        <a:pt x="0" y="4176"/>
                      </a:cubicBezTo>
                      <a:lnTo>
                        <a:pt x="0" y="4195"/>
                      </a:lnTo>
                      <a:lnTo>
                        <a:pt x="0" y="4649"/>
                      </a:lnTo>
                      <a:cubicBezTo>
                        <a:pt x="0" y="4731"/>
                        <a:pt x="60" y="4798"/>
                        <a:pt x="139" y="4808"/>
                      </a:cubicBezTo>
                      <a:cubicBezTo>
                        <a:pt x="141" y="5073"/>
                        <a:pt x="229" y="5323"/>
                        <a:pt x="394" y="5531"/>
                      </a:cubicBezTo>
                      <a:lnTo>
                        <a:pt x="425" y="5570"/>
                      </a:lnTo>
                      <a:lnTo>
                        <a:pt x="425" y="5520"/>
                      </a:lnTo>
                      <a:lnTo>
                        <a:pt x="425" y="3807"/>
                      </a:lnTo>
                      <a:lnTo>
                        <a:pt x="425" y="3802"/>
                      </a:lnTo>
                      <a:lnTo>
                        <a:pt x="423" y="3798"/>
                      </a:lnTo>
                      <a:cubicBezTo>
                        <a:pt x="406" y="3769"/>
                        <a:pt x="402" y="3735"/>
                        <a:pt x="412" y="3704"/>
                      </a:cubicBezTo>
                      <a:lnTo>
                        <a:pt x="567" y="3234"/>
                      </a:lnTo>
                      <a:cubicBezTo>
                        <a:pt x="596" y="3146"/>
                        <a:pt x="677" y="3087"/>
                        <a:pt x="770" y="3087"/>
                      </a:cubicBezTo>
                      <a:cubicBezTo>
                        <a:pt x="772" y="3087"/>
                        <a:pt x="774" y="3087"/>
                        <a:pt x="777" y="3087"/>
                      </a:cubicBezTo>
                      <a:lnTo>
                        <a:pt x="795" y="3088"/>
                      </a:lnTo>
                      <a:lnTo>
                        <a:pt x="795" y="3069"/>
                      </a:lnTo>
                      <a:lnTo>
                        <a:pt x="795" y="1238"/>
                      </a:lnTo>
                      <a:lnTo>
                        <a:pt x="795" y="1222"/>
                      </a:lnTo>
                      <a:lnTo>
                        <a:pt x="779" y="1220"/>
                      </a:lnTo>
                      <a:cubicBezTo>
                        <a:pt x="731" y="1216"/>
                        <a:pt x="692" y="1191"/>
                        <a:pt x="676" y="1155"/>
                      </a:cubicBezTo>
                      <a:lnTo>
                        <a:pt x="512" y="772"/>
                      </a:lnTo>
                      <a:cubicBezTo>
                        <a:pt x="499" y="743"/>
                        <a:pt x="514" y="711"/>
                        <a:pt x="548" y="692"/>
                      </a:cubicBezTo>
                      <a:cubicBezTo>
                        <a:pt x="842" y="529"/>
                        <a:pt x="1189" y="442"/>
                        <a:pt x="1553" y="442"/>
                      </a:cubicBezTo>
                      <a:cubicBezTo>
                        <a:pt x="1917" y="442"/>
                        <a:pt x="2265" y="529"/>
                        <a:pt x="2558" y="692"/>
                      </a:cubicBezTo>
                      <a:cubicBezTo>
                        <a:pt x="2593" y="711"/>
                        <a:pt x="2607" y="743"/>
                        <a:pt x="2594" y="772"/>
                      </a:cubicBezTo>
                      <a:lnTo>
                        <a:pt x="2430" y="1155"/>
                      </a:lnTo>
                      <a:cubicBezTo>
                        <a:pt x="2415" y="1191"/>
                        <a:pt x="2375" y="1215"/>
                        <a:pt x="2328" y="1220"/>
                      </a:cubicBezTo>
                      <a:lnTo>
                        <a:pt x="2312" y="1221"/>
                      </a:lnTo>
                      <a:lnTo>
                        <a:pt x="2312" y="1237"/>
                      </a:lnTo>
                      <a:lnTo>
                        <a:pt x="2312" y="3069"/>
                      </a:lnTo>
                      <a:lnTo>
                        <a:pt x="2312" y="3087"/>
                      </a:lnTo>
                      <a:lnTo>
                        <a:pt x="2330" y="3087"/>
                      </a:lnTo>
                      <a:cubicBezTo>
                        <a:pt x="2332" y="3087"/>
                        <a:pt x="2334" y="3087"/>
                        <a:pt x="2336" y="3087"/>
                      </a:cubicBezTo>
                      <a:cubicBezTo>
                        <a:pt x="2429" y="3087"/>
                        <a:pt x="2511" y="3146"/>
                        <a:pt x="2540" y="3234"/>
                      </a:cubicBezTo>
                      <a:lnTo>
                        <a:pt x="2694" y="3704"/>
                      </a:lnTo>
                      <a:cubicBezTo>
                        <a:pt x="2705" y="3735"/>
                        <a:pt x="2701" y="3769"/>
                        <a:pt x="2684" y="3798"/>
                      </a:cubicBezTo>
                      <a:lnTo>
                        <a:pt x="2681" y="3802"/>
                      </a:lnTo>
                      <a:lnTo>
                        <a:pt x="2681" y="3807"/>
                      </a:lnTo>
                      <a:lnTo>
                        <a:pt x="2681" y="5520"/>
                      </a:lnTo>
                      <a:lnTo>
                        <a:pt x="2681" y="5527"/>
                      </a:lnTo>
                      <a:lnTo>
                        <a:pt x="2686" y="5532"/>
                      </a:lnTo>
                      <a:lnTo>
                        <a:pt x="2700" y="5546"/>
                      </a:lnTo>
                      <a:lnTo>
                        <a:pt x="2713" y="5531"/>
                      </a:lnTo>
                      <a:cubicBezTo>
                        <a:pt x="2876" y="5327"/>
                        <a:pt x="2966" y="5070"/>
                        <a:pt x="2968" y="4808"/>
                      </a:cubicBezTo>
                      <a:cubicBezTo>
                        <a:pt x="3046" y="4798"/>
                        <a:pt x="3107" y="4730"/>
                        <a:pt x="3107" y="4649"/>
                      </a:cubicBezTo>
                      <a:lnTo>
                        <a:pt x="3107" y="4195"/>
                      </a:lnTo>
                      <a:lnTo>
                        <a:pt x="3107" y="4176"/>
                      </a:lnTo>
                      <a:cubicBezTo>
                        <a:pt x="3107" y="4096"/>
                        <a:pt x="3046" y="4028"/>
                        <a:pt x="2968" y="4018"/>
                      </a:cubicBezTo>
                      <a:lnTo>
                        <a:pt x="2968" y="3906"/>
                      </a:lnTo>
                      <a:lnTo>
                        <a:pt x="2968" y="1620"/>
                      </a:lnTo>
                      <a:cubicBezTo>
                        <a:pt x="3047" y="1609"/>
                        <a:pt x="3107" y="1542"/>
                        <a:pt x="3107" y="1461"/>
                      </a:cubicBezTo>
                      <a:lnTo>
                        <a:pt x="3107" y="988"/>
                      </a:lnTo>
                      <a:cubicBezTo>
                        <a:pt x="3107" y="906"/>
                        <a:pt x="3047" y="840"/>
                        <a:pt x="2968" y="829"/>
                      </a:cubicBezTo>
                      <a:lnTo>
                        <a:pt x="2968" y="767"/>
                      </a:lnTo>
                      <a:cubicBezTo>
                        <a:pt x="2968" y="344"/>
                        <a:pt x="2624" y="0"/>
                        <a:pt x="2201" y="0"/>
                      </a:cubicBezTo>
                      <a:moveTo>
                        <a:pt x="2201" y="18"/>
                      </a:moveTo>
                      <a:cubicBezTo>
                        <a:pt x="2615" y="18"/>
                        <a:pt x="2950" y="353"/>
                        <a:pt x="2950" y="767"/>
                      </a:cubicBezTo>
                      <a:lnTo>
                        <a:pt x="2950" y="845"/>
                      </a:lnTo>
                      <a:cubicBezTo>
                        <a:pt x="3027" y="848"/>
                        <a:pt x="3089" y="910"/>
                        <a:pt x="3089" y="988"/>
                      </a:cubicBezTo>
                      <a:lnTo>
                        <a:pt x="3089" y="1461"/>
                      </a:lnTo>
                      <a:cubicBezTo>
                        <a:pt x="3089" y="1539"/>
                        <a:pt x="3027" y="1601"/>
                        <a:pt x="2950" y="1603"/>
                      </a:cubicBezTo>
                      <a:lnTo>
                        <a:pt x="2950" y="3906"/>
                      </a:lnTo>
                      <a:lnTo>
                        <a:pt x="2950" y="4034"/>
                      </a:lnTo>
                      <a:cubicBezTo>
                        <a:pt x="3027" y="4036"/>
                        <a:pt x="3089" y="4099"/>
                        <a:pt x="3089" y="4176"/>
                      </a:cubicBezTo>
                      <a:lnTo>
                        <a:pt x="3089" y="4195"/>
                      </a:lnTo>
                      <a:lnTo>
                        <a:pt x="3089" y="4649"/>
                      </a:lnTo>
                      <a:cubicBezTo>
                        <a:pt x="3089" y="4727"/>
                        <a:pt x="3027" y="4790"/>
                        <a:pt x="2950" y="4792"/>
                      </a:cubicBezTo>
                      <a:lnTo>
                        <a:pt x="2950" y="4802"/>
                      </a:lnTo>
                      <a:cubicBezTo>
                        <a:pt x="2950" y="5073"/>
                        <a:pt x="2856" y="5323"/>
                        <a:pt x="2699" y="5520"/>
                      </a:cubicBezTo>
                      <a:lnTo>
                        <a:pt x="2699" y="5520"/>
                      </a:lnTo>
                      <a:lnTo>
                        <a:pt x="2699" y="3807"/>
                      </a:lnTo>
                      <a:cubicBezTo>
                        <a:pt x="2718" y="3775"/>
                        <a:pt x="2723" y="3736"/>
                        <a:pt x="2711" y="3699"/>
                      </a:cubicBezTo>
                      <a:lnTo>
                        <a:pt x="2556" y="3228"/>
                      </a:lnTo>
                      <a:cubicBezTo>
                        <a:pt x="2524" y="3130"/>
                        <a:pt x="2433" y="3069"/>
                        <a:pt x="2336" y="3069"/>
                      </a:cubicBezTo>
                      <a:cubicBezTo>
                        <a:pt x="2334" y="3069"/>
                        <a:pt x="2332" y="3069"/>
                        <a:pt x="2329" y="3069"/>
                      </a:cubicBezTo>
                      <a:lnTo>
                        <a:pt x="2329" y="3069"/>
                      </a:lnTo>
                      <a:lnTo>
                        <a:pt x="2329" y="1237"/>
                      </a:lnTo>
                      <a:cubicBezTo>
                        <a:pt x="2382" y="1233"/>
                        <a:pt x="2428" y="1205"/>
                        <a:pt x="2446" y="1162"/>
                      </a:cubicBezTo>
                      <a:lnTo>
                        <a:pt x="2611" y="779"/>
                      </a:lnTo>
                      <a:cubicBezTo>
                        <a:pt x="2627" y="741"/>
                        <a:pt x="2609" y="700"/>
                        <a:pt x="2567" y="676"/>
                      </a:cubicBezTo>
                      <a:cubicBezTo>
                        <a:pt x="2282" y="518"/>
                        <a:pt x="1932" y="425"/>
                        <a:pt x="1553" y="425"/>
                      </a:cubicBezTo>
                      <a:cubicBezTo>
                        <a:pt x="1174" y="425"/>
                        <a:pt x="824" y="518"/>
                        <a:pt x="540" y="676"/>
                      </a:cubicBezTo>
                      <a:cubicBezTo>
                        <a:pt x="498" y="700"/>
                        <a:pt x="479" y="741"/>
                        <a:pt x="496" y="779"/>
                      </a:cubicBezTo>
                      <a:lnTo>
                        <a:pt x="660" y="1162"/>
                      </a:lnTo>
                      <a:cubicBezTo>
                        <a:pt x="679" y="1205"/>
                        <a:pt x="725" y="1233"/>
                        <a:pt x="777" y="1238"/>
                      </a:cubicBezTo>
                      <a:lnTo>
                        <a:pt x="777" y="3069"/>
                      </a:lnTo>
                      <a:lnTo>
                        <a:pt x="777" y="3069"/>
                      </a:lnTo>
                      <a:cubicBezTo>
                        <a:pt x="775" y="3069"/>
                        <a:pt x="772" y="3069"/>
                        <a:pt x="770" y="3069"/>
                      </a:cubicBezTo>
                      <a:cubicBezTo>
                        <a:pt x="673" y="3069"/>
                        <a:pt x="582" y="3130"/>
                        <a:pt x="550" y="3228"/>
                      </a:cubicBezTo>
                      <a:lnTo>
                        <a:pt x="395" y="3699"/>
                      </a:lnTo>
                      <a:cubicBezTo>
                        <a:pt x="383" y="3736"/>
                        <a:pt x="388" y="3775"/>
                        <a:pt x="408" y="3807"/>
                      </a:cubicBezTo>
                      <a:lnTo>
                        <a:pt x="408" y="5520"/>
                      </a:lnTo>
                      <a:cubicBezTo>
                        <a:pt x="251" y="5323"/>
                        <a:pt x="157" y="5073"/>
                        <a:pt x="157" y="4802"/>
                      </a:cubicBezTo>
                      <a:lnTo>
                        <a:pt x="157" y="4792"/>
                      </a:lnTo>
                      <a:cubicBezTo>
                        <a:pt x="80" y="4790"/>
                        <a:pt x="18" y="4727"/>
                        <a:pt x="18" y="4649"/>
                      </a:cubicBezTo>
                      <a:lnTo>
                        <a:pt x="18" y="4195"/>
                      </a:lnTo>
                      <a:lnTo>
                        <a:pt x="18" y="4176"/>
                      </a:lnTo>
                      <a:cubicBezTo>
                        <a:pt x="18" y="4099"/>
                        <a:pt x="80" y="4036"/>
                        <a:pt x="157" y="4034"/>
                      </a:cubicBezTo>
                      <a:lnTo>
                        <a:pt x="157" y="3906"/>
                      </a:lnTo>
                      <a:lnTo>
                        <a:pt x="157" y="1603"/>
                      </a:lnTo>
                      <a:cubicBezTo>
                        <a:pt x="80" y="1601"/>
                        <a:pt x="18" y="1539"/>
                        <a:pt x="18" y="1461"/>
                      </a:cubicBezTo>
                      <a:lnTo>
                        <a:pt x="18" y="988"/>
                      </a:lnTo>
                      <a:cubicBezTo>
                        <a:pt x="18" y="910"/>
                        <a:pt x="80" y="848"/>
                        <a:pt x="157" y="845"/>
                      </a:cubicBezTo>
                      <a:lnTo>
                        <a:pt x="157" y="767"/>
                      </a:lnTo>
                      <a:cubicBezTo>
                        <a:pt x="157" y="353"/>
                        <a:pt x="492" y="18"/>
                        <a:pt x="905" y="18"/>
                      </a:cubicBezTo>
                      <a:lnTo>
                        <a:pt x="2201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" name="Google Shape;37;p2"/>
                <p:cNvSpPr/>
                <p:nvPr/>
              </p:nvSpPr>
              <p:spPr>
                <a:xfrm>
                  <a:off x="6739920" y="3962160"/>
                  <a:ext cx="385560" cy="77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2142" extrusionOk="0">
                      <a:moveTo>
                        <a:pt x="528" y="1905"/>
                      </a:moveTo>
                      <a:cubicBezTo>
                        <a:pt x="518" y="1905"/>
                        <a:pt x="509" y="1903"/>
                        <a:pt x="501" y="1900"/>
                      </a:cubicBezTo>
                      <a:cubicBezTo>
                        <a:pt x="378" y="1848"/>
                        <a:pt x="270" y="1770"/>
                        <a:pt x="177" y="1668"/>
                      </a:cubicBezTo>
                      <a:cubicBezTo>
                        <a:pt x="129" y="1615"/>
                        <a:pt x="101" y="1541"/>
                        <a:pt x="101" y="1465"/>
                      </a:cubicBezTo>
                      <a:lnTo>
                        <a:pt x="101" y="1405"/>
                      </a:lnTo>
                      <a:cubicBezTo>
                        <a:pt x="101" y="1366"/>
                        <a:pt x="130" y="1344"/>
                        <a:pt x="158" y="1344"/>
                      </a:cubicBezTo>
                      <a:cubicBezTo>
                        <a:pt x="168" y="1344"/>
                        <a:pt x="183" y="1347"/>
                        <a:pt x="197" y="1361"/>
                      </a:cubicBezTo>
                      <a:lnTo>
                        <a:pt x="580" y="1767"/>
                      </a:lnTo>
                      <a:cubicBezTo>
                        <a:pt x="594" y="1782"/>
                        <a:pt x="602" y="1803"/>
                        <a:pt x="602" y="1824"/>
                      </a:cubicBezTo>
                      <a:cubicBezTo>
                        <a:pt x="602" y="1869"/>
                        <a:pt x="569" y="1905"/>
                        <a:pt x="528" y="1905"/>
                      </a:cubicBezTo>
                      <a:moveTo>
                        <a:pt x="0" y="0"/>
                      </a:moveTo>
                      <a:lnTo>
                        <a:pt x="0" y="67"/>
                      </a:lnTo>
                      <a:lnTo>
                        <a:pt x="0" y="1708"/>
                      </a:lnTo>
                      <a:lnTo>
                        <a:pt x="0" y="1714"/>
                      </a:lnTo>
                      <a:lnTo>
                        <a:pt x="3" y="1718"/>
                      </a:lnTo>
                      <a:cubicBezTo>
                        <a:pt x="206" y="1988"/>
                        <a:pt x="508" y="2142"/>
                        <a:pt x="833" y="2142"/>
                      </a:cubicBezTo>
                      <a:lnTo>
                        <a:pt x="1054" y="2142"/>
                      </a:lnTo>
                      <a:lnTo>
                        <a:pt x="1071" y="2142"/>
                      </a:lnTo>
                      <a:lnTo>
                        <a:pt x="1071" y="2125"/>
                      </a:lnTo>
                      <a:lnTo>
                        <a:pt x="1071" y="2008"/>
                      </a:lnTo>
                      <a:lnTo>
                        <a:pt x="1071" y="1991"/>
                      </a:lnTo>
                      <a:lnTo>
                        <a:pt x="1054" y="1991"/>
                      </a:lnTo>
                      <a:lnTo>
                        <a:pt x="769" y="1991"/>
                      </a:lnTo>
                      <a:cubicBezTo>
                        <a:pt x="761" y="1991"/>
                        <a:pt x="754" y="1983"/>
                        <a:pt x="754" y="1973"/>
                      </a:cubicBezTo>
                      <a:cubicBezTo>
                        <a:pt x="754" y="1964"/>
                        <a:pt x="761" y="1956"/>
                        <a:pt x="769" y="1956"/>
                      </a:cubicBezTo>
                      <a:lnTo>
                        <a:pt x="1054" y="1956"/>
                      </a:lnTo>
                      <a:lnTo>
                        <a:pt x="1071" y="1956"/>
                      </a:lnTo>
                      <a:lnTo>
                        <a:pt x="1071" y="1938"/>
                      </a:lnTo>
                      <a:lnTo>
                        <a:pt x="1071" y="1886"/>
                      </a:lnTo>
                      <a:lnTo>
                        <a:pt x="1071" y="1868"/>
                      </a:lnTo>
                      <a:lnTo>
                        <a:pt x="1054" y="1868"/>
                      </a:lnTo>
                      <a:lnTo>
                        <a:pt x="769" y="1868"/>
                      </a:lnTo>
                      <a:cubicBezTo>
                        <a:pt x="761" y="1868"/>
                        <a:pt x="754" y="1860"/>
                        <a:pt x="754" y="1851"/>
                      </a:cubicBezTo>
                      <a:cubicBezTo>
                        <a:pt x="754" y="1842"/>
                        <a:pt x="761" y="1834"/>
                        <a:pt x="769" y="1834"/>
                      </a:cubicBezTo>
                      <a:lnTo>
                        <a:pt x="1054" y="1834"/>
                      </a:lnTo>
                      <a:lnTo>
                        <a:pt x="1071" y="1834"/>
                      </a:lnTo>
                      <a:lnTo>
                        <a:pt x="1071" y="1816"/>
                      </a:lnTo>
                      <a:lnTo>
                        <a:pt x="1071" y="1764"/>
                      </a:lnTo>
                      <a:lnTo>
                        <a:pt x="1071" y="1746"/>
                      </a:lnTo>
                      <a:lnTo>
                        <a:pt x="1054" y="1746"/>
                      </a:lnTo>
                      <a:lnTo>
                        <a:pt x="769" y="1746"/>
                      </a:lnTo>
                      <a:cubicBezTo>
                        <a:pt x="761" y="1746"/>
                        <a:pt x="754" y="1738"/>
                        <a:pt x="754" y="1729"/>
                      </a:cubicBezTo>
                      <a:cubicBezTo>
                        <a:pt x="754" y="1719"/>
                        <a:pt x="761" y="1711"/>
                        <a:pt x="769" y="1711"/>
                      </a:cubicBezTo>
                      <a:lnTo>
                        <a:pt x="1054" y="1711"/>
                      </a:lnTo>
                      <a:lnTo>
                        <a:pt x="1071" y="1711"/>
                      </a:lnTo>
                      <a:lnTo>
                        <a:pt x="1071" y="1694"/>
                      </a:lnTo>
                      <a:lnTo>
                        <a:pt x="1071" y="449"/>
                      </a:lnTo>
                      <a:lnTo>
                        <a:pt x="1071" y="432"/>
                      </a:lnTo>
                      <a:lnTo>
                        <a:pt x="1054" y="432"/>
                      </a:lnTo>
                      <a:cubicBezTo>
                        <a:pt x="694" y="432"/>
                        <a:pt x="350" y="313"/>
                        <a:pt x="60" y="90"/>
                      </a:cubicBezTo>
                      <a:cubicBezTo>
                        <a:pt x="49" y="81"/>
                        <a:pt x="40" y="71"/>
                        <a:pt x="33" y="58"/>
                      </a:cubicBezTo>
                      <a:lnTo>
                        <a:pt x="0" y="0"/>
                      </a:lnTo>
                      <a:moveTo>
                        <a:pt x="528" y="1923"/>
                      </a:moveTo>
                      <a:cubicBezTo>
                        <a:pt x="576" y="1923"/>
                        <a:pt x="620" y="1880"/>
                        <a:pt x="620" y="1824"/>
                      </a:cubicBezTo>
                      <a:cubicBezTo>
                        <a:pt x="620" y="1798"/>
                        <a:pt x="610" y="1773"/>
                        <a:pt x="593" y="1755"/>
                      </a:cubicBezTo>
                      <a:lnTo>
                        <a:pt x="210" y="1349"/>
                      </a:lnTo>
                      <a:cubicBezTo>
                        <a:pt x="195" y="1333"/>
                        <a:pt x="176" y="1326"/>
                        <a:pt x="158" y="1326"/>
                      </a:cubicBezTo>
                      <a:cubicBezTo>
                        <a:pt x="120" y="1326"/>
                        <a:pt x="83" y="1357"/>
                        <a:pt x="83" y="1405"/>
                      </a:cubicBezTo>
                      <a:lnTo>
                        <a:pt x="83" y="1465"/>
                      </a:lnTo>
                      <a:cubicBezTo>
                        <a:pt x="83" y="1545"/>
                        <a:pt x="112" y="1623"/>
                        <a:pt x="164" y="1680"/>
                      </a:cubicBezTo>
                      <a:cubicBezTo>
                        <a:pt x="257" y="1782"/>
                        <a:pt x="369" y="1862"/>
                        <a:pt x="494" y="1916"/>
                      </a:cubicBezTo>
                      <a:cubicBezTo>
                        <a:pt x="505" y="1921"/>
                        <a:pt x="516" y="1923"/>
                        <a:pt x="528" y="1923"/>
                      </a:cubicBezTo>
                      <a:moveTo>
                        <a:pt x="17" y="67"/>
                      </a:moveTo>
                      <a:cubicBezTo>
                        <a:pt x="25" y="81"/>
                        <a:pt x="36" y="93"/>
                        <a:pt x="49" y="104"/>
                      </a:cubicBezTo>
                      <a:cubicBezTo>
                        <a:pt x="331" y="321"/>
                        <a:pt x="678" y="449"/>
                        <a:pt x="1054" y="449"/>
                      </a:cubicBezTo>
                      <a:lnTo>
                        <a:pt x="1054" y="1694"/>
                      </a:lnTo>
                      <a:lnTo>
                        <a:pt x="769" y="1694"/>
                      </a:lnTo>
                      <a:cubicBezTo>
                        <a:pt x="751" y="1694"/>
                        <a:pt x="737" y="1709"/>
                        <a:pt x="737" y="1729"/>
                      </a:cubicBezTo>
                      <a:cubicBezTo>
                        <a:pt x="737" y="1748"/>
                        <a:pt x="751" y="1764"/>
                        <a:pt x="769" y="1764"/>
                      </a:cubicBezTo>
                      <a:lnTo>
                        <a:pt x="1054" y="1764"/>
                      </a:lnTo>
                      <a:lnTo>
                        <a:pt x="1054" y="1816"/>
                      </a:lnTo>
                      <a:lnTo>
                        <a:pt x="769" y="1816"/>
                      </a:lnTo>
                      <a:cubicBezTo>
                        <a:pt x="751" y="1816"/>
                        <a:pt x="737" y="1832"/>
                        <a:pt x="737" y="1851"/>
                      </a:cubicBezTo>
                      <a:cubicBezTo>
                        <a:pt x="737" y="1870"/>
                        <a:pt x="751" y="1886"/>
                        <a:pt x="769" y="1886"/>
                      </a:cubicBezTo>
                      <a:lnTo>
                        <a:pt x="1054" y="1886"/>
                      </a:lnTo>
                      <a:lnTo>
                        <a:pt x="1054" y="1938"/>
                      </a:lnTo>
                      <a:lnTo>
                        <a:pt x="769" y="1938"/>
                      </a:lnTo>
                      <a:cubicBezTo>
                        <a:pt x="751" y="1938"/>
                        <a:pt x="737" y="1954"/>
                        <a:pt x="737" y="1973"/>
                      </a:cubicBezTo>
                      <a:cubicBezTo>
                        <a:pt x="737" y="1992"/>
                        <a:pt x="751" y="2008"/>
                        <a:pt x="769" y="2008"/>
                      </a:cubicBezTo>
                      <a:lnTo>
                        <a:pt x="1054" y="2008"/>
                      </a:lnTo>
                      <a:lnTo>
                        <a:pt x="1054" y="2125"/>
                      </a:lnTo>
                      <a:lnTo>
                        <a:pt x="833" y="2125"/>
                      </a:lnTo>
                      <a:cubicBezTo>
                        <a:pt x="503" y="2125"/>
                        <a:pt x="208" y="1962"/>
                        <a:pt x="17" y="1708"/>
                      </a:cubicBezTo>
                      <a:lnTo>
                        <a:pt x="17" y="6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" name="Google Shape;38;p2"/>
                <p:cNvSpPr/>
                <p:nvPr/>
              </p:nvSpPr>
              <p:spPr>
                <a:xfrm>
                  <a:off x="7134840" y="3962520"/>
                  <a:ext cx="390960" cy="770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" h="2141" extrusionOk="0">
                      <a:moveTo>
                        <a:pt x="548" y="1904"/>
                      </a:moveTo>
                      <a:cubicBezTo>
                        <a:pt x="506" y="1904"/>
                        <a:pt x="473" y="1868"/>
                        <a:pt x="473" y="1823"/>
                      </a:cubicBezTo>
                      <a:cubicBezTo>
                        <a:pt x="473" y="1802"/>
                        <a:pt x="481" y="1781"/>
                        <a:pt x="495" y="1766"/>
                      </a:cubicBezTo>
                      <a:lnTo>
                        <a:pt x="882" y="1360"/>
                      </a:lnTo>
                      <a:cubicBezTo>
                        <a:pt x="896" y="1346"/>
                        <a:pt x="911" y="1343"/>
                        <a:pt x="921" y="1343"/>
                      </a:cubicBezTo>
                      <a:cubicBezTo>
                        <a:pt x="950" y="1343"/>
                        <a:pt x="979" y="1365"/>
                        <a:pt x="979" y="1404"/>
                      </a:cubicBezTo>
                      <a:lnTo>
                        <a:pt x="979" y="1464"/>
                      </a:lnTo>
                      <a:cubicBezTo>
                        <a:pt x="979" y="1541"/>
                        <a:pt x="951" y="1614"/>
                        <a:pt x="902" y="1667"/>
                      </a:cubicBezTo>
                      <a:cubicBezTo>
                        <a:pt x="810" y="1767"/>
                        <a:pt x="697" y="1847"/>
                        <a:pt x="576" y="1899"/>
                      </a:cubicBezTo>
                      <a:cubicBezTo>
                        <a:pt x="567" y="1902"/>
                        <a:pt x="557" y="1904"/>
                        <a:pt x="548" y="1904"/>
                      </a:cubicBezTo>
                      <a:moveTo>
                        <a:pt x="1080" y="0"/>
                      </a:moveTo>
                      <a:lnTo>
                        <a:pt x="1047" y="57"/>
                      </a:lnTo>
                      <a:cubicBezTo>
                        <a:pt x="1040" y="70"/>
                        <a:pt x="1031" y="80"/>
                        <a:pt x="1020" y="89"/>
                      </a:cubicBezTo>
                      <a:cubicBezTo>
                        <a:pt x="727" y="312"/>
                        <a:pt x="380" y="431"/>
                        <a:pt x="18" y="431"/>
                      </a:cubicBezTo>
                      <a:lnTo>
                        <a:pt x="0" y="431"/>
                      </a:lnTo>
                      <a:lnTo>
                        <a:pt x="0" y="448"/>
                      </a:lnTo>
                      <a:lnTo>
                        <a:pt x="0" y="1693"/>
                      </a:lnTo>
                      <a:lnTo>
                        <a:pt x="0" y="1710"/>
                      </a:lnTo>
                      <a:lnTo>
                        <a:pt x="18" y="1710"/>
                      </a:lnTo>
                      <a:lnTo>
                        <a:pt x="304" y="1710"/>
                      </a:lnTo>
                      <a:cubicBezTo>
                        <a:pt x="313" y="1710"/>
                        <a:pt x="320" y="1718"/>
                        <a:pt x="320" y="1728"/>
                      </a:cubicBezTo>
                      <a:cubicBezTo>
                        <a:pt x="320" y="1737"/>
                        <a:pt x="313" y="1745"/>
                        <a:pt x="304" y="1745"/>
                      </a:cubicBezTo>
                      <a:lnTo>
                        <a:pt x="18" y="1745"/>
                      </a:lnTo>
                      <a:lnTo>
                        <a:pt x="0" y="1745"/>
                      </a:lnTo>
                      <a:lnTo>
                        <a:pt x="0" y="1763"/>
                      </a:lnTo>
                      <a:lnTo>
                        <a:pt x="0" y="1815"/>
                      </a:lnTo>
                      <a:lnTo>
                        <a:pt x="0" y="1833"/>
                      </a:lnTo>
                      <a:lnTo>
                        <a:pt x="18" y="1833"/>
                      </a:lnTo>
                      <a:lnTo>
                        <a:pt x="304" y="1833"/>
                      </a:lnTo>
                      <a:cubicBezTo>
                        <a:pt x="313" y="1833"/>
                        <a:pt x="320" y="1841"/>
                        <a:pt x="320" y="1850"/>
                      </a:cubicBezTo>
                      <a:cubicBezTo>
                        <a:pt x="320" y="1859"/>
                        <a:pt x="313" y="1867"/>
                        <a:pt x="304" y="1867"/>
                      </a:cubicBezTo>
                      <a:lnTo>
                        <a:pt x="18" y="1867"/>
                      </a:lnTo>
                      <a:lnTo>
                        <a:pt x="0" y="1867"/>
                      </a:lnTo>
                      <a:lnTo>
                        <a:pt x="0" y="1885"/>
                      </a:lnTo>
                      <a:lnTo>
                        <a:pt x="0" y="1937"/>
                      </a:lnTo>
                      <a:lnTo>
                        <a:pt x="0" y="1955"/>
                      </a:lnTo>
                      <a:lnTo>
                        <a:pt x="18" y="1955"/>
                      </a:lnTo>
                      <a:lnTo>
                        <a:pt x="304" y="1955"/>
                      </a:lnTo>
                      <a:cubicBezTo>
                        <a:pt x="313" y="1955"/>
                        <a:pt x="320" y="1963"/>
                        <a:pt x="320" y="1972"/>
                      </a:cubicBezTo>
                      <a:cubicBezTo>
                        <a:pt x="320" y="1982"/>
                        <a:pt x="313" y="1990"/>
                        <a:pt x="304" y="1990"/>
                      </a:cubicBezTo>
                      <a:lnTo>
                        <a:pt x="18" y="1990"/>
                      </a:lnTo>
                      <a:lnTo>
                        <a:pt x="0" y="1990"/>
                      </a:lnTo>
                      <a:lnTo>
                        <a:pt x="0" y="2007"/>
                      </a:lnTo>
                      <a:lnTo>
                        <a:pt x="0" y="2124"/>
                      </a:lnTo>
                      <a:lnTo>
                        <a:pt x="0" y="2141"/>
                      </a:lnTo>
                      <a:lnTo>
                        <a:pt x="18" y="2141"/>
                      </a:lnTo>
                      <a:lnTo>
                        <a:pt x="240" y="2141"/>
                      </a:lnTo>
                      <a:cubicBezTo>
                        <a:pt x="567" y="2141"/>
                        <a:pt x="873" y="1987"/>
                        <a:pt x="1077" y="1718"/>
                      </a:cubicBezTo>
                      <a:lnTo>
                        <a:pt x="1086" y="1706"/>
                      </a:lnTo>
                      <a:lnTo>
                        <a:pt x="1080" y="1700"/>
                      </a:lnTo>
                      <a:lnTo>
                        <a:pt x="1080" y="66"/>
                      </a:lnTo>
                      <a:lnTo>
                        <a:pt x="1080" y="0"/>
                      </a:lnTo>
                      <a:moveTo>
                        <a:pt x="548" y="1922"/>
                      </a:moveTo>
                      <a:cubicBezTo>
                        <a:pt x="559" y="1922"/>
                        <a:pt x="571" y="1920"/>
                        <a:pt x="582" y="1915"/>
                      </a:cubicBezTo>
                      <a:cubicBezTo>
                        <a:pt x="709" y="1861"/>
                        <a:pt x="822" y="1781"/>
                        <a:pt x="915" y="1679"/>
                      </a:cubicBezTo>
                      <a:cubicBezTo>
                        <a:pt x="968" y="1622"/>
                        <a:pt x="996" y="1544"/>
                        <a:pt x="996" y="1464"/>
                      </a:cubicBezTo>
                      <a:lnTo>
                        <a:pt x="996" y="1404"/>
                      </a:lnTo>
                      <a:cubicBezTo>
                        <a:pt x="996" y="1356"/>
                        <a:pt x="960" y="1325"/>
                        <a:pt x="921" y="1325"/>
                      </a:cubicBezTo>
                      <a:cubicBezTo>
                        <a:pt x="903" y="1325"/>
                        <a:pt x="884" y="1332"/>
                        <a:pt x="869" y="1348"/>
                      </a:cubicBezTo>
                      <a:lnTo>
                        <a:pt x="482" y="1754"/>
                      </a:lnTo>
                      <a:cubicBezTo>
                        <a:pt x="465" y="1772"/>
                        <a:pt x="455" y="1797"/>
                        <a:pt x="455" y="1823"/>
                      </a:cubicBezTo>
                      <a:cubicBezTo>
                        <a:pt x="455" y="1879"/>
                        <a:pt x="499" y="1922"/>
                        <a:pt x="548" y="1922"/>
                      </a:cubicBezTo>
                      <a:moveTo>
                        <a:pt x="1063" y="66"/>
                      </a:moveTo>
                      <a:lnTo>
                        <a:pt x="1063" y="1707"/>
                      </a:lnTo>
                      <a:lnTo>
                        <a:pt x="1063" y="1707"/>
                      </a:lnTo>
                      <a:cubicBezTo>
                        <a:pt x="870" y="1961"/>
                        <a:pt x="573" y="2124"/>
                        <a:pt x="240" y="2124"/>
                      </a:cubicBezTo>
                      <a:lnTo>
                        <a:pt x="18" y="2124"/>
                      </a:lnTo>
                      <a:lnTo>
                        <a:pt x="18" y="2007"/>
                      </a:lnTo>
                      <a:lnTo>
                        <a:pt x="304" y="2007"/>
                      </a:lnTo>
                      <a:cubicBezTo>
                        <a:pt x="322" y="2007"/>
                        <a:pt x="337" y="1991"/>
                        <a:pt x="337" y="1972"/>
                      </a:cubicBezTo>
                      <a:cubicBezTo>
                        <a:pt x="337" y="1953"/>
                        <a:pt x="322" y="1937"/>
                        <a:pt x="304" y="1937"/>
                      </a:cubicBezTo>
                      <a:lnTo>
                        <a:pt x="18" y="1937"/>
                      </a:lnTo>
                      <a:lnTo>
                        <a:pt x="18" y="1885"/>
                      </a:lnTo>
                      <a:lnTo>
                        <a:pt x="304" y="1885"/>
                      </a:lnTo>
                      <a:cubicBezTo>
                        <a:pt x="322" y="1885"/>
                        <a:pt x="337" y="1869"/>
                        <a:pt x="337" y="1850"/>
                      </a:cubicBezTo>
                      <a:cubicBezTo>
                        <a:pt x="337" y="1831"/>
                        <a:pt x="322" y="1815"/>
                        <a:pt x="304" y="1815"/>
                      </a:cubicBezTo>
                      <a:lnTo>
                        <a:pt x="18" y="1815"/>
                      </a:lnTo>
                      <a:lnTo>
                        <a:pt x="18" y="1763"/>
                      </a:lnTo>
                      <a:lnTo>
                        <a:pt x="304" y="1763"/>
                      </a:lnTo>
                      <a:cubicBezTo>
                        <a:pt x="322" y="1763"/>
                        <a:pt x="337" y="1747"/>
                        <a:pt x="337" y="1728"/>
                      </a:cubicBezTo>
                      <a:cubicBezTo>
                        <a:pt x="337" y="1708"/>
                        <a:pt x="322" y="1693"/>
                        <a:pt x="304" y="1693"/>
                      </a:cubicBezTo>
                      <a:lnTo>
                        <a:pt x="18" y="1693"/>
                      </a:lnTo>
                      <a:lnTo>
                        <a:pt x="18" y="448"/>
                      </a:lnTo>
                      <a:cubicBezTo>
                        <a:pt x="396" y="448"/>
                        <a:pt x="746" y="320"/>
                        <a:pt x="1031" y="103"/>
                      </a:cubicBezTo>
                      <a:cubicBezTo>
                        <a:pt x="1044" y="92"/>
                        <a:pt x="1055" y="80"/>
                        <a:pt x="1063" y="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" name="Google Shape;39;p2"/>
              <p:cNvSpPr/>
              <p:nvPr/>
            </p:nvSpPr>
            <p:spPr>
              <a:xfrm rot="1800091">
                <a:off x="8392444" y="2478445"/>
                <a:ext cx="218038" cy="677098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 rot="1800091">
                <a:off x="7978004" y="3121687"/>
                <a:ext cx="218038" cy="826189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 rot="1800091">
                <a:off x="6690879" y="3298982"/>
                <a:ext cx="1246355" cy="618758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050" extrusionOk="0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 rot="1800091">
                <a:off x="6882313" y="2489052"/>
                <a:ext cx="218038" cy="826189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 rot="1800091">
                <a:off x="7296752" y="1845810"/>
                <a:ext cx="218038" cy="677098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 rot="1800091">
                <a:off x="7584326" y="1950493"/>
                <a:ext cx="1143229" cy="398362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676" extrusionOk="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2"/>
              <p:cNvSpPr/>
              <p:nvPr/>
            </p:nvSpPr>
            <p:spPr>
              <a:xfrm rot="1800091">
                <a:off x="7677178" y="1534212"/>
                <a:ext cx="239253" cy="231003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92" extrusionOk="0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2"/>
              <p:cNvSpPr/>
              <p:nvPr/>
            </p:nvSpPr>
            <p:spPr>
              <a:xfrm rot="1800091">
                <a:off x="8648819" y="2095391"/>
                <a:ext cx="239842" cy="231003"/>
              </a:xfrm>
              <a:custGeom>
                <a:avLst/>
                <a:gdLst/>
                <a:ahLst/>
                <a:cxnLst/>
                <a:rect l="l" t="t" r="r" b="b"/>
                <a:pathLst>
                  <a:path w="407" h="392" extrusionOk="0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 rot="1800091">
                <a:off x="7359871" y="2101937"/>
                <a:ext cx="418987" cy="1254016"/>
              </a:xfrm>
              <a:custGeom>
                <a:avLst/>
                <a:gdLst/>
                <a:ahLst/>
                <a:cxnLst/>
                <a:rect l="l" t="t" r="r" b="b"/>
                <a:pathLst>
                  <a:path w="711" h="2128" extrusionOk="0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 rot="1800091">
                <a:off x="7737872" y="2320869"/>
                <a:ext cx="421345" cy="1254016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128" extrusionOk="0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 rot="1800091">
                <a:off x="6662900" y="1509406"/>
                <a:ext cx="1830934" cy="3282362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5570" extrusionOk="0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 rot="1800091">
                <a:off x="6352507" y="3446666"/>
                <a:ext cx="631133" cy="1262266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142" extrusionOk="0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 rot="1800091">
                <a:off x="6911606" y="3772668"/>
                <a:ext cx="639972" cy="1261676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2141" extrusionOk="0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 rot="1799864">
                <a:off x="8234349" y="2618812"/>
                <a:ext cx="178580" cy="55456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 rot="1799864">
                <a:off x="7894950" y="3145668"/>
                <a:ext cx="178580" cy="67667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 rot="1799864">
                <a:off x="6840760" y="3290919"/>
                <a:ext cx="1020801" cy="506780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050" extrusionOk="0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 rot="1799864">
                <a:off x="6997512" y="2627580"/>
                <a:ext cx="178580" cy="67667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 rot="1799864">
                <a:off x="7336912" y="2100724"/>
                <a:ext cx="178580" cy="55456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 rot="1799864">
                <a:off x="7572441" y="2186421"/>
                <a:ext cx="936337" cy="326270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676" extrusionOk="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 rot="1799864">
                <a:off x="7648463" y="1845494"/>
                <a:ext cx="195955" cy="189198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92" extrusionOk="0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2"/>
              <p:cNvSpPr/>
              <p:nvPr/>
            </p:nvSpPr>
            <p:spPr>
              <a:xfrm rot="1799864">
                <a:off x="8444295" y="2305065"/>
                <a:ext cx="196438" cy="189198"/>
              </a:xfrm>
              <a:custGeom>
                <a:avLst/>
                <a:gdLst/>
                <a:ahLst/>
                <a:cxnLst/>
                <a:rect l="l" t="t" r="r" b="b"/>
                <a:pathLst>
                  <a:path w="407" h="392" extrusionOk="0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2"/>
              <p:cNvSpPr/>
              <p:nvPr/>
            </p:nvSpPr>
            <p:spPr>
              <a:xfrm rot="1799864">
                <a:off x="7388637" y="2310490"/>
                <a:ext cx="343163" cy="10270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2128" extrusionOk="0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2"/>
              <p:cNvSpPr/>
              <p:nvPr/>
            </p:nvSpPr>
            <p:spPr>
              <a:xfrm rot="1799864">
                <a:off x="7698243" y="2489782"/>
                <a:ext cx="345093" cy="1027075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128" extrusionOk="0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62;p2"/>
              <p:cNvSpPr/>
              <p:nvPr/>
            </p:nvSpPr>
            <p:spPr>
              <a:xfrm rot="1799864">
                <a:off x="6817821" y="1825189"/>
                <a:ext cx="1499587" cy="2688350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5570" extrusionOk="0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2"/>
              <p:cNvSpPr/>
              <p:nvPr/>
            </p:nvSpPr>
            <p:spPr>
              <a:xfrm rot="1799864">
                <a:off x="6563648" y="3411911"/>
                <a:ext cx="516916" cy="1033832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142" extrusionOk="0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2"/>
              <p:cNvSpPr/>
              <p:nvPr/>
            </p:nvSpPr>
            <p:spPr>
              <a:xfrm rot="1799864">
                <a:off x="7021584" y="3678886"/>
                <a:ext cx="524156" cy="1033349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2141" extrusionOk="0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" name="Google Shape;65;p2"/>
            <p:cNvGrpSpPr/>
            <p:nvPr/>
          </p:nvGrpSpPr>
          <p:grpSpPr>
            <a:xfrm rot="4499799">
              <a:off x="427465" y="3795706"/>
              <a:ext cx="1082824" cy="1082536"/>
              <a:chOff x="5604480" y="3862800"/>
              <a:chExt cx="1352880" cy="1352520"/>
            </a:xfrm>
          </p:grpSpPr>
          <p:sp>
            <p:nvSpPr>
              <p:cNvPr id="66" name="Google Shape;66;p2"/>
              <p:cNvSpPr/>
              <p:nvPr/>
            </p:nvSpPr>
            <p:spPr>
              <a:xfrm>
                <a:off x="5810040" y="4077000"/>
                <a:ext cx="942120" cy="933120"/>
              </a:xfrm>
              <a:custGeom>
                <a:avLst/>
                <a:gdLst/>
                <a:ahLst/>
                <a:cxnLst/>
                <a:rect l="l" t="t" r="r" b="b"/>
                <a:pathLst>
                  <a:path w="2617" h="2592" extrusionOk="0">
                    <a:moveTo>
                      <a:pt x="1319" y="2592"/>
                    </a:moveTo>
                    <a:cubicBezTo>
                      <a:pt x="970" y="2595"/>
                      <a:pt x="640" y="2461"/>
                      <a:pt x="391" y="2217"/>
                    </a:cubicBezTo>
                    <a:cubicBezTo>
                      <a:pt x="-124" y="1711"/>
                      <a:pt x="-131" y="881"/>
                      <a:pt x="375" y="366"/>
                    </a:cubicBezTo>
                    <a:cubicBezTo>
                      <a:pt x="555" y="182"/>
                      <a:pt x="783" y="57"/>
                      <a:pt x="1035" y="3"/>
                    </a:cubicBezTo>
                    <a:cubicBezTo>
                      <a:pt x="1113" y="-13"/>
                      <a:pt x="1190" y="37"/>
                      <a:pt x="1207" y="115"/>
                    </a:cubicBezTo>
                    <a:cubicBezTo>
                      <a:pt x="1224" y="194"/>
                      <a:pt x="1174" y="271"/>
                      <a:pt x="1095" y="288"/>
                    </a:cubicBezTo>
                    <a:cubicBezTo>
                      <a:pt x="900" y="329"/>
                      <a:pt x="722" y="427"/>
                      <a:pt x="582" y="570"/>
                    </a:cubicBezTo>
                    <a:cubicBezTo>
                      <a:pt x="189" y="970"/>
                      <a:pt x="194" y="1616"/>
                      <a:pt x="594" y="2009"/>
                    </a:cubicBezTo>
                    <a:cubicBezTo>
                      <a:pt x="789" y="2200"/>
                      <a:pt x="1045" y="2304"/>
                      <a:pt x="1317" y="2301"/>
                    </a:cubicBezTo>
                    <a:cubicBezTo>
                      <a:pt x="1589" y="2299"/>
                      <a:pt x="1843" y="2191"/>
                      <a:pt x="2034" y="1997"/>
                    </a:cubicBezTo>
                    <a:cubicBezTo>
                      <a:pt x="2225" y="1803"/>
                      <a:pt x="2328" y="1546"/>
                      <a:pt x="2326" y="1274"/>
                    </a:cubicBezTo>
                    <a:cubicBezTo>
                      <a:pt x="2324" y="1002"/>
                      <a:pt x="2215" y="748"/>
                      <a:pt x="2022" y="557"/>
                    </a:cubicBezTo>
                    <a:cubicBezTo>
                      <a:pt x="1914" y="452"/>
                      <a:pt x="1788" y="373"/>
                      <a:pt x="1648" y="324"/>
                    </a:cubicBezTo>
                    <a:cubicBezTo>
                      <a:pt x="1572" y="297"/>
                      <a:pt x="1532" y="214"/>
                      <a:pt x="1559" y="138"/>
                    </a:cubicBezTo>
                    <a:cubicBezTo>
                      <a:pt x="1586" y="62"/>
                      <a:pt x="1668" y="23"/>
                      <a:pt x="1744" y="49"/>
                    </a:cubicBezTo>
                    <a:cubicBezTo>
                      <a:pt x="1925" y="113"/>
                      <a:pt x="2087" y="214"/>
                      <a:pt x="2225" y="350"/>
                    </a:cubicBezTo>
                    <a:cubicBezTo>
                      <a:pt x="2475" y="595"/>
                      <a:pt x="2613" y="922"/>
                      <a:pt x="2617" y="1272"/>
                    </a:cubicBezTo>
                    <a:cubicBezTo>
                      <a:pt x="2620" y="1621"/>
                      <a:pt x="2486" y="1951"/>
                      <a:pt x="2241" y="2201"/>
                    </a:cubicBezTo>
                    <a:cubicBezTo>
                      <a:pt x="1996" y="2450"/>
                      <a:pt x="1669" y="2589"/>
                      <a:pt x="1319" y="25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2"/>
              <p:cNvSpPr/>
              <p:nvPr/>
            </p:nvSpPr>
            <p:spPr>
              <a:xfrm>
                <a:off x="6140880" y="4068000"/>
                <a:ext cx="33192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7" extrusionOk="0">
                    <a:moveTo>
                      <a:pt x="778" y="357"/>
                    </a:moveTo>
                    <a:cubicBezTo>
                      <a:pt x="762" y="357"/>
                      <a:pt x="745" y="354"/>
                      <a:pt x="729" y="349"/>
                    </a:cubicBezTo>
                    <a:cubicBezTo>
                      <a:pt x="551" y="286"/>
                      <a:pt x="360" y="274"/>
                      <a:pt x="176" y="313"/>
                    </a:cubicBezTo>
                    <a:cubicBezTo>
                      <a:pt x="97" y="329"/>
                      <a:pt x="20" y="279"/>
                      <a:pt x="4" y="201"/>
                    </a:cubicBezTo>
                    <a:cubicBezTo>
                      <a:pt x="-13" y="122"/>
                      <a:pt x="37" y="45"/>
                      <a:pt x="116" y="28"/>
                    </a:cubicBezTo>
                    <a:cubicBezTo>
                      <a:pt x="352" y="-22"/>
                      <a:pt x="598" y="-6"/>
                      <a:pt x="825" y="74"/>
                    </a:cubicBezTo>
                    <a:cubicBezTo>
                      <a:pt x="901" y="101"/>
                      <a:pt x="941" y="184"/>
                      <a:pt x="914" y="260"/>
                    </a:cubicBezTo>
                    <a:cubicBezTo>
                      <a:pt x="893" y="319"/>
                      <a:pt x="838" y="356"/>
                      <a:pt x="778" y="3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" name="Google Shape;68;p2"/>
              <p:cNvSpPr/>
              <p:nvPr/>
            </p:nvSpPr>
            <p:spPr>
              <a:xfrm>
                <a:off x="5604480" y="4263840"/>
                <a:ext cx="1352880" cy="951480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643" extrusionOk="0">
                    <a:moveTo>
                      <a:pt x="1895" y="2643"/>
                    </a:moveTo>
                    <a:cubicBezTo>
                      <a:pt x="1394" y="2647"/>
                      <a:pt x="920" y="2456"/>
                      <a:pt x="562" y="2104"/>
                    </a:cubicBezTo>
                    <a:cubicBezTo>
                      <a:pt x="287" y="1833"/>
                      <a:pt x="104" y="1490"/>
                      <a:pt x="33" y="1113"/>
                    </a:cubicBezTo>
                    <a:cubicBezTo>
                      <a:pt x="-36" y="743"/>
                      <a:pt x="5" y="366"/>
                      <a:pt x="153" y="22"/>
                    </a:cubicBezTo>
                    <a:cubicBezTo>
                      <a:pt x="161" y="4"/>
                      <a:pt x="182" y="-5"/>
                      <a:pt x="201" y="3"/>
                    </a:cubicBezTo>
                    <a:cubicBezTo>
                      <a:pt x="219" y="11"/>
                      <a:pt x="228" y="32"/>
                      <a:pt x="220" y="51"/>
                    </a:cubicBezTo>
                    <a:cubicBezTo>
                      <a:pt x="-77" y="740"/>
                      <a:pt x="78" y="1526"/>
                      <a:pt x="613" y="2052"/>
                    </a:cubicBezTo>
                    <a:cubicBezTo>
                      <a:pt x="957" y="2390"/>
                      <a:pt x="1412" y="2574"/>
                      <a:pt x="1895" y="2570"/>
                    </a:cubicBezTo>
                    <a:cubicBezTo>
                      <a:pt x="2377" y="2566"/>
                      <a:pt x="2829" y="2374"/>
                      <a:pt x="3167" y="2030"/>
                    </a:cubicBezTo>
                    <a:cubicBezTo>
                      <a:pt x="3556" y="1633"/>
                      <a:pt x="3740" y="1089"/>
                      <a:pt x="3671" y="537"/>
                    </a:cubicBezTo>
                    <a:cubicBezTo>
                      <a:pt x="3668" y="517"/>
                      <a:pt x="3682" y="499"/>
                      <a:pt x="3702" y="497"/>
                    </a:cubicBezTo>
                    <a:cubicBezTo>
                      <a:pt x="3722" y="494"/>
                      <a:pt x="3740" y="508"/>
                      <a:pt x="3743" y="528"/>
                    </a:cubicBezTo>
                    <a:cubicBezTo>
                      <a:pt x="3815" y="1103"/>
                      <a:pt x="3624" y="1669"/>
                      <a:pt x="3219" y="2081"/>
                    </a:cubicBezTo>
                    <a:cubicBezTo>
                      <a:pt x="2867" y="2439"/>
                      <a:pt x="2397" y="2638"/>
                      <a:pt x="1895" y="26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" name="Google Shape;69;p2"/>
              <p:cNvSpPr/>
              <p:nvPr/>
            </p:nvSpPr>
            <p:spPr>
              <a:xfrm>
                <a:off x="6090120" y="3862800"/>
                <a:ext cx="45000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250" h="204" extrusionOk="0">
                    <a:moveTo>
                      <a:pt x="1214" y="204"/>
                    </a:moveTo>
                    <a:cubicBezTo>
                      <a:pt x="1210" y="204"/>
                      <a:pt x="1205" y="203"/>
                      <a:pt x="1200" y="201"/>
                    </a:cubicBezTo>
                    <a:cubicBezTo>
                      <a:pt x="836" y="56"/>
                      <a:pt x="426" y="33"/>
                      <a:pt x="46" y="138"/>
                    </a:cubicBezTo>
                    <a:cubicBezTo>
                      <a:pt x="27" y="143"/>
                      <a:pt x="7" y="132"/>
                      <a:pt x="2" y="113"/>
                    </a:cubicBezTo>
                    <a:cubicBezTo>
                      <a:pt x="-4" y="94"/>
                      <a:pt x="7" y="74"/>
                      <a:pt x="27" y="68"/>
                    </a:cubicBezTo>
                    <a:cubicBezTo>
                      <a:pt x="421" y="-41"/>
                      <a:pt x="848" y="-18"/>
                      <a:pt x="1227" y="134"/>
                    </a:cubicBezTo>
                    <a:cubicBezTo>
                      <a:pt x="1246" y="141"/>
                      <a:pt x="1255" y="162"/>
                      <a:pt x="1248" y="181"/>
                    </a:cubicBezTo>
                    <a:cubicBezTo>
                      <a:pt x="1242" y="195"/>
                      <a:pt x="1228" y="204"/>
                      <a:pt x="1214" y="2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28425" rIns="90000" bIns="28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2"/>
              <p:cNvSpPr/>
              <p:nvPr/>
            </p:nvSpPr>
            <p:spPr>
              <a:xfrm>
                <a:off x="5739120" y="4004280"/>
                <a:ext cx="145080" cy="147240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09" extrusionOk="0">
                    <a:moveTo>
                      <a:pt x="36" y="409"/>
                    </a:moveTo>
                    <a:cubicBezTo>
                      <a:pt x="29" y="409"/>
                      <a:pt x="21" y="407"/>
                      <a:pt x="14" y="402"/>
                    </a:cubicBezTo>
                    <a:cubicBezTo>
                      <a:pt x="-2" y="390"/>
                      <a:pt x="-5" y="367"/>
                      <a:pt x="7" y="351"/>
                    </a:cubicBezTo>
                    <a:cubicBezTo>
                      <a:pt x="56" y="288"/>
                      <a:pt x="109" y="226"/>
                      <a:pt x="165" y="169"/>
                    </a:cubicBezTo>
                    <a:cubicBezTo>
                      <a:pt x="222" y="111"/>
                      <a:pt x="282" y="57"/>
                      <a:pt x="345" y="8"/>
                    </a:cubicBezTo>
                    <a:cubicBezTo>
                      <a:pt x="360" y="-5"/>
                      <a:pt x="383" y="-2"/>
                      <a:pt x="396" y="14"/>
                    </a:cubicBezTo>
                    <a:cubicBezTo>
                      <a:pt x="408" y="30"/>
                      <a:pt x="405" y="53"/>
                      <a:pt x="390" y="65"/>
                    </a:cubicBezTo>
                    <a:cubicBezTo>
                      <a:pt x="329" y="113"/>
                      <a:pt x="271" y="165"/>
                      <a:pt x="217" y="220"/>
                    </a:cubicBezTo>
                    <a:cubicBezTo>
                      <a:pt x="163" y="275"/>
                      <a:pt x="112" y="334"/>
                      <a:pt x="65" y="395"/>
                    </a:cubicBezTo>
                    <a:cubicBezTo>
                      <a:pt x="58" y="405"/>
                      <a:pt x="47" y="409"/>
                      <a:pt x="36" y="4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2"/>
              <p:cNvSpPr/>
              <p:nvPr/>
            </p:nvSpPr>
            <p:spPr>
              <a:xfrm>
                <a:off x="5680080" y="3937680"/>
                <a:ext cx="1202040" cy="1202400"/>
              </a:xfrm>
              <a:custGeom>
                <a:avLst/>
                <a:gdLst/>
                <a:ahLst/>
                <a:cxnLst/>
                <a:rect l="l" t="t" r="r" b="b"/>
                <a:pathLst>
                  <a:path w="3339" h="3340" extrusionOk="0">
                    <a:moveTo>
                      <a:pt x="1684" y="3340"/>
                    </a:moveTo>
                    <a:cubicBezTo>
                      <a:pt x="1238" y="3344"/>
                      <a:pt x="816" y="3174"/>
                      <a:pt x="498" y="2862"/>
                    </a:cubicBezTo>
                    <a:cubicBezTo>
                      <a:pt x="-159" y="2216"/>
                      <a:pt x="-168" y="1156"/>
                      <a:pt x="478" y="500"/>
                    </a:cubicBezTo>
                    <a:cubicBezTo>
                      <a:pt x="790" y="182"/>
                      <a:pt x="1208" y="4"/>
                      <a:pt x="1654" y="0"/>
                    </a:cubicBezTo>
                    <a:cubicBezTo>
                      <a:pt x="2100" y="-4"/>
                      <a:pt x="2522" y="166"/>
                      <a:pt x="2840" y="479"/>
                    </a:cubicBezTo>
                    <a:cubicBezTo>
                      <a:pt x="3152" y="787"/>
                      <a:pt x="3330" y="1197"/>
                      <a:pt x="3339" y="1635"/>
                    </a:cubicBezTo>
                    <a:lnTo>
                      <a:pt x="3330" y="1636"/>
                    </a:lnTo>
                    <a:cubicBezTo>
                      <a:pt x="3321" y="1200"/>
                      <a:pt x="3145" y="791"/>
                      <a:pt x="2833" y="486"/>
                    </a:cubicBezTo>
                    <a:cubicBezTo>
                      <a:pt x="2517" y="175"/>
                      <a:pt x="2098" y="5"/>
                      <a:pt x="1654" y="9"/>
                    </a:cubicBezTo>
                    <a:cubicBezTo>
                      <a:pt x="1211" y="13"/>
                      <a:pt x="795" y="190"/>
                      <a:pt x="484" y="506"/>
                    </a:cubicBezTo>
                    <a:cubicBezTo>
                      <a:pt x="-158" y="1159"/>
                      <a:pt x="-149" y="2213"/>
                      <a:pt x="505" y="2855"/>
                    </a:cubicBezTo>
                    <a:cubicBezTo>
                      <a:pt x="821" y="3166"/>
                      <a:pt x="1240" y="3335"/>
                      <a:pt x="1684" y="3331"/>
                    </a:cubicBezTo>
                    <a:cubicBezTo>
                      <a:pt x="2127" y="3328"/>
                      <a:pt x="2543" y="3151"/>
                      <a:pt x="2854" y="2835"/>
                    </a:cubicBezTo>
                    <a:cubicBezTo>
                      <a:pt x="2940" y="2747"/>
                      <a:pt x="3016" y="2650"/>
                      <a:pt x="3080" y="2547"/>
                    </a:cubicBezTo>
                    <a:lnTo>
                      <a:pt x="3088" y="2552"/>
                    </a:lnTo>
                    <a:cubicBezTo>
                      <a:pt x="3024" y="2656"/>
                      <a:pt x="2947" y="2753"/>
                      <a:pt x="2860" y="2841"/>
                    </a:cubicBezTo>
                    <a:cubicBezTo>
                      <a:pt x="2548" y="3159"/>
                      <a:pt x="2130" y="3337"/>
                      <a:pt x="1684" y="334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2"/>
              <p:cNvSpPr/>
              <p:nvPr/>
            </p:nvSpPr>
            <p:spPr>
              <a:xfrm>
                <a:off x="6257520" y="4515840"/>
                <a:ext cx="46800" cy="4644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29" extrusionOk="0">
                    <a:moveTo>
                      <a:pt x="19" y="19"/>
                    </a:moveTo>
                    <a:cubicBezTo>
                      <a:pt x="44" y="-7"/>
                      <a:pt x="85" y="-7"/>
                      <a:pt x="111" y="18"/>
                    </a:cubicBezTo>
                    <a:cubicBezTo>
                      <a:pt x="136" y="43"/>
                      <a:pt x="136" y="84"/>
                      <a:pt x="111" y="110"/>
                    </a:cubicBezTo>
                    <a:cubicBezTo>
                      <a:pt x="86" y="135"/>
                      <a:pt x="45" y="135"/>
                      <a:pt x="20" y="111"/>
                    </a:cubicBezTo>
                    <a:cubicBezTo>
                      <a:pt x="-6" y="86"/>
                      <a:pt x="-6" y="44"/>
                      <a:pt x="19" y="1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1425" rIns="90000" bIns="1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3" name="Google Shape;73;p2"/>
            <p:cNvGrpSpPr/>
            <p:nvPr/>
          </p:nvGrpSpPr>
          <p:grpSpPr>
            <a:xfrm flipH="1">
              <a:off x="294260" y="121481"/>
              <a:ext cx="1550510" cy="1844289"/>
              <a:chOff x="5964933" y="1271550"/>
              <a:chExt cx="3226867" cy="3838270"/>
            </a:xfrm>
          </p:grpSpPr>
          <p:grpSp>
            <p:nvGrpSpPr>
              <p:cNvPr id="74" name="Google Shape;74;p2"/>
              <p:cNvGrpSpPr/>
              <p:nvPr/>
            </p:nvGrpSpPr>
            <p:grpSpPr>
              <a:xfrm rot="1800072">
                <a:off x="6697343" y="1678731"/>
                <a:ext cx="1637454" cy="3157382"/>
                <a:chOff x="6571800" y="2576520"/>
                <a:chExt cx="1118520" cy="2156760"/>
              </a:xfrm>
            </p:grpSpPr>
            <p:sp>
              <p:nvSpPr>
                <p:cNvPr id="75" name="Google Shape;75;p2"/>
                <p:cNvSpPr/>
                <p:nvPr/>
              </p:nvSpPr>
              <p:spPr>
                <a:xfrm>
                  <a:off x="7450920" y="2913840"/>
                  <a:ext cx="133200" cy="41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149" extrusionOk="0">
                      <a:moveTo>
                        <a:pt x="317" y="0"/>
                      </a:moveTo>
                      <a:lnTo>
                        <a:pt x="317" y="0"/>
                      </a:lnTo>
                      <a:cubicBezTo>
                        <a:pt x="296" y="0"/>
                        <a:pt x="277" y="12"/>
                        <a:pt x="269" y="32"/>
                      </a:cubicBezTo>
                      <a:lnTo>
                        <a:pt x="1" y="666"/>
                      </a:lnTo>
                      <a:lnTo>
                        <a:pt x="0" y="669"/>
                      </a:lnTo>
                      <a:lnTo>
                        <a:pt x="0" y="673"/>
                      </a:ln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8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53"/>
                      </a:lnTo>
                      <a:cubicBezTo>
                        <a:pt x="370" y="20"/>
                        <a:pt x="343" y="0"/>
                        <a:pt x="317" y="0"/>
                      </a:cubicBezTo>
                      <a:moveTo>
                        <a:pt x="317" y="18"/>
                      </a:moveTo>
                      <a:cubicBezTo>
                        <a:pt x="335" y="18"/>
                        <a:pt x="352" y="31"/>
                        <a:pt x="352" y="53"/>
                      </a:cubicBezTo>
                      <a:lnTo>
                        <a:pt x="352" y="1132"/>
                      </a:lnTo>
                      <a:lnTo>
                        <a:pt x="18" y="1132"/>
                      </a:lnTo>
                      <a:lnTo>
                        <a:pt x="18" y="673"/>
                      </a:lnTo>
                      <a:lnTo>
                        <a:pt x="285" y="39"/>
                      </a:lnTo>
                      <a:cubicBezTo>
                        <a:pt x="291" y="24"/>
                        <a:pt x="304" y="18"/>
                        <a:pt x="317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" name="Google Shape;76;p2"/>
                <p:cNvSpPr/>
                <p:nvPr/>
              </p:nvSpPr>
              <p:spPr>
                <a:xfrm>
                  <a:off x="7450920" y="3374640"/>
                  <a:ext cx="133200" cy="504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402" extrusionOk="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322"/>
                      </a:lnTo>
                      <a:lnTo>
                        <a:pt x="0" y="325"/>
                      </a:lnTo>
                      <a:lnTo>
                        <a:pt x="1" y="328"/>
                      </a:lnTo>
                      <a:lnTo>
                        <a:pt x="335" y="1302"/>
                      </a:lnTo>
                      <a:lnTo>
                        <a:pt x="370" y="1402"/>
                      </a:lnTo>
                      <a:lnTo>
                        <a:pt x="370" y="1297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1297"/>
                      </a:lnTo>
                      <a:lnTo>
                        <a:pt x="18" y="322"/>
                      </a:lnTo>
                      <a:lnTo>
                        <a:pt x="18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" name="Google Shape;77;p2"/>
                <p:cNvSpPr/>
                <p:nvPr/>
              </p:nvSpPr>
              <p:spPr>
                <a:xfrm>
                  <a:off x="6750360" y="3713040"/>
                  <a:ext cx="761400" cy="37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" h="1050" extrusionOk="0">
                      <a:moveTo>
                        <a:pt x="357" y="0"/>
                      </a:moveTo>
                      <a:lnTo>
                        <a:pt x="357" y="0"/>
                      </a:lnTo>
                      <a:cubicBezTo>
                        <a:pt x="260" y="0"/>
                        <a:pt x="175" y="61"/>
                        <a:pt x="144" y="154"/>
                      </a:cubicBezTo>
                      <a:lnTo>
                        <a:pt x="6" y="574"/>
                      </a:lnTo>
                      <a:cubicBezTo>
                        <a:pt x="-6" y="611"/>
                        <a:pt x="-1" y="651"/>
                        <a:pt x="19" y="685"/>
                      </a:cubicBezTo>
                      <a:cubicBezTo>
                        <a:pt x="28" y="701"/>
                        <a:pt x="40" y="714"/>
                        <a:pt x="55" y="724"/>
                      </a:cubicBezTo>
                      <a:cubicBezTo>
                        <a:pt x="348" y="938"/>
                        <a:pt x="695" y="1050"/>
                        <a:pt x="1057" y="1050"/>
                      </a:cubicBezTo>
                      <a:cubicBezTo>
                        <a:pt x="1420" y="1050"/>
                        <a:pt x="1766" y="938"/>
                        <a:pt x="2060" y="724"/>
                      </a:cubicBezTo>
                      <a:cubicBezTo>
                        <a:pt x="2074" y="714"/>
                        <a:pt x="2086" y="701"/>
                        <a:pt x="2096" y="685"/>
                      </a:cubicBezTo>
                      <a:cubicBezTo>
                        <a:pt x="2116" y="651"/>
                        <a:pt x="2121" y="611"/>
                        <a:pt x="2108" y="574"/>
                      </a:cubicBezTo>
                      <a:lnTo>
                        <a:pt x="1970" y="154"/>
                      </a:lnTo>
                      <a:cubicBezTo>
                        <a:pt x="1940" y="61"/>
                        <a:pt x="1854" y="0"/>
                        <a:pt x="1757" y="0"/>
                      </a:cubicBezTo>
                      <a:cubicBezTo>
                        <a:pt x="1754" y="0"/>
                        <a:pt x="1752" y="0"/>
                        <a:pt x="1750" y="0"/>
                      </a:cubicBezTo>
                      <a:cubicBezTo>
                        <a:pt x="1724" y="0"/>
                        <a:pt x="1698" y="5"/>
                        <a:pt x="1672" y="16"/>
                      </a:cubicBezTo>
                      <a:cubicBezTo>
                        <a:pt x="1476" y="93"/>
                        <a:pt x="1269" y="133"/>
                        <a:pt x="1057" y="133"/>
                      </a:cubicBezTo>
                      <a:cubicBezTo>
                        <a:pt x="846" y="133"/>
                        <a:pt x="639" y="93"/>
                        <a:pt x="442" y="16"/>
                      </a:cubicBezTo>
                      <a:cubicBezTo>
                        <a:pt x="417" y="5"/>
                        <a:pt x="390" y="0"/>
                        <a:pt x="364" y="0"/>
                      </a:cubicBezTo>
                      <a:cubicBezTo>
                        <a:pt x="362" y="0"/>
                        <a:pt x="360" y="0"/>
                        <a:pt x="357" y="0"/>
                      </a:cubicBezTo>
                      <a:moveTo>
                        <a:pt x="357" y="17"/>
                      </a:moveTo>
                      <a:cubicBezTo>
                        <a:pt x="360" y="17"/>
                        <a:pt x="362" y="17"/>
                        <a:pt x="364" y="17"/>
                      </a:cubicBezTo>
                      <a:cubicBezTo>
                        <a:pt x="388" y="18"/>
                        <a:pt x="412" y="23"/>
                        <a:pt x="436" y="32"/>
                      </a:cubicBezTo>
                      <a:cubicBezTo>
                        <a:pt x="628" y="108"/>
                        <a:pt x="838" y="150"/>
                        <a:pt x="1057" y="150"/>
                      </a:cubicBezTo>
                      <a:cubicBezTo>
                        <a:pt x="1277" y="150"/>
                        <a:pt x="1486" y="108"/>
                        <a:pt x="1679" y="32"/>
                      </a:cubicBezTo>
                      <a:cubicBezTo>
                        <a:pt x="1702" y="23"/>
                        <a:pt x="1727" y="18"/>
                        <a:pt x="1751" y="17"/>
                      </a:cubicBezTo>
                      <a:cubicBezTo>
                        <a:pt x="1753" y="17"/>
                        <a:pt x="1755" y="17"/>
                        <a:pt x="1757" y="17"/>
                      </a:cubicBezTo>
                      <a:cubicBezTo>
                        <a:pt x="1843" y="17"/>
                        <a:pt x="1924" y="71"/>
                        <a:pt x="1953" y="159"/>
                      </a:cubicBezTo>
                      <a:lnTo>
                        <a:pt x="2092" y="579"/>
                      </a:lnTo>
                      <a:cubicBezTo>
                        <a:pt x="2103" y="612"/>
                        <a:pt x="2098" y="647"/>
                        <a:pt x="2080" y="676"/>
                      </a:cubicBezTo>
                      <a:cubicBezTo>
                        <a:pt x="2073" y="689"/>
                        <a:pt x="2062" y="701"/>
                        <a:pt x="2049" y="710"/>
                      </a:cubicBezTo>
                      <a:cubicBezTo>
                        <a:pt x="1771" y="913"/>
                        <a:pt x="1428" y="1033"/>
                        <a:pt x="1057" y="1033"/>
                      </a:cubicBezTo>
                      <a:cubicBezTo>
                        <a:pt x="687" y="1033"/>
                        <a:pt x="344" y="913"/>
                        <a:pt x="65" y="710"/>
                      </a:cubicBezTo>
                      <a:cubicBezTo>
                        <a:pt x="52" y="701"/>
                        <a:pt x="42" y="689"/>
                        <a:pt x="34" y="676"/>
                      </a:cubicBezTo>
                      <a:cubicBezTo>
                        <a:pt x="17" y="647"/>
                        <a:pt x="12" y="612"/>
                        <a:pt x="23" y="579"/>
                      </a:cubicBezTo>
                      <a:lnTo>
                        <a:pt x="161" y="159"/>
                      </a:lnTo>
                      <a:cubicBezTo>
                        <a:pt x="190" y="71"/>
                        <a:pt x="271" y="17"/>
                        <a:pt x="357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" name="Google Shape;78;p2"/>
                <p:cNvSpPr/>
                <p:nvPr/>
              </p:nvSpPr>
              <p:spPr>
                <a:xfrm>
                  <a:off x="6678000" y="3374640"/>
                  <a:ext cx="133200" cy="504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402" extrusionOk="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1297"/>
                      </a:lnTo>
                      <a:lnTo>
                        <a:pt x="0" y="1402"/>
                      </a:lnTo>
                      <a:lnTo>
                        <a:pt x="34" y="1302"/>
                      </a:lnTo>
                      <a:lnTo>
                        <a:pt x="369" y="328"/>
                      </a:lnTo>
                      <a:lnTo>
                        <a:pt x="370" y="325"/>
                      </a:lnTo>
                      <a:lnTo>
                        <a:pt x="370" y="322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322"/>
                      </a:lnTo>
                      <a:lnTo>
                        <a:pt x="17" y="1297"/>
                      </a:lnTo>
                      <a:lnTo>
                        <a:pt x="17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" name="Google Shape;79;p2"/>
                <p:cNvSpPr/>
                <p:nvPr/>
              </p:nvSpPr>
              <p:spPr>
                <a:xfrm>
                  <a:off x="6678000" y="2913840"/>
                  <a:ext cx="133200" cy="41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149" extrusionOk="0">
                      <a:moveTo>
                        <a:pt x="53" y="0"/>
                      </a:moveTo>
                      <a:cubicBezTo>
                        <a:pt x="27" y="0"/>
                        <a:pt x="0" y="20"/>
                        <a:pt x="0" y="53"/>
                      </a:cubicBez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7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673"/>
                      </a:lnTo>
                      <a:lnTo>
                        <a:pt x="370" y="669"/>
                      </a:lnTo>
                      <a:lnTo>
                        <a:pt x="368" y="666"/>
                      </a:lnTo>
                      <a:lnTo>
                        <a:pt x="101" y="32"/>
                      </a:lnTo>
                      <a:cubicBezTo>
                        <a:pt x="92" y="12"/>
                        <a:pt x="74" y="0"/>
                        <a:pt x="53" y="0"/>
                      </a:cubicBezTo>
                      <a:moveTo>
                        <a:pt x="53" y="18"/>
                      </a:moveTo>
                      <a:cubicBezTo>
                        <a:pt x="65" y="18"/>
                        <a:pt x="78" y="24"/>
                        <a:pt x="84" y="39"/>
                      </a:cubicBezTo>
                      <a:lnTo>
                        <a:pt x="352" y="673"/>
                      </a:lnTo>
                      <a:lnTo>
                        <a:pt x="352" y="1132"/>
                      </a:lnTo>
                      <a:lnTo>
                        <a:pt x="17" y="1132"/>
                      </a:lnTo>
                      <a:lnTo>
                        <a:pt x="17" y="53"/>
                      </a:lnTo>
                      <a:cubicBezTo>
                        <a:pt x="17" y="31"/>
                        <a:pt x="35" y="18"/>
                        <a:pt x="53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" name="Google Shape;80;p2"/>
                <p:cNvSpPr/>
                <p:nvPr/>
              </p:nvSpPr>
              <p:spPr>
                <a:xfrm>
                  <a:off x="6781680" y="2751480"/>
                  <a:ext cx="698400" cy="243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" h="676" extrusionOk="0">
                      <a:moveTo>
                        <a:pt x="970" y="0"/>
                      </a:moveTo>
                      <a:cubicBezTo>
                        <a:pt x="639" y="0"/>
                        <a:pt x="322" y="72"/>
                        <a:pt x="55" y="209"/>
                      </a:cubicBezTo>
                      <a:cubicBezTo>
                        <a:pt x="8" y="233"/>
                        <a:pt x="-11" y="277"/>
                        <a:pt x="7" y="317"/>
                      </a:cubicBezTo>
                      <a:lnTo>
                        <a:pt x="155" y="604"/>
                      </a:lnTo>
                      <a:cubicBezTo>
                        <a:pt x="174" y="643"/>
                        <a:pt x="220" y="671"/>
                        <a:pt x="274" y="675"/>
                      </a:cubicBezTo>
                      <a:cubicBezTo>
                        <a:pt x="280" y="676"/>
                        <a:pt x="285" y="676"/>
                        <a:pt x="290" y="676"/>
                      </a:cubicBezTo>
                      <a:cubicBezTo>
                        <a:pt x="310" y="676"/>
                        <a:pt x="330" y="673"/>
                        <a:pt x="348" y="667"/>
                      </a:cubicBezTo>
                      <a:cubicBezTo>
                        <a:pt x="545" y="606"/>
                        <a:pt x="754" y="574"/>
                        <a:pt x="971" y="574"/>
                      </a:cubicBezTo>
                      <a:cubicBezTo>
                        <a:pt x="1187" y="574"/>
                        <a:pt x="1396" y="606"/>
                        <a:pt x="1593" y="667"/>
                      </a:cubicBezTo>
                      <a:cubicBezTo>
                        <a:pt x="1611" y="673"/>
                        <a:pt x="1630" y="676"/>
                        <a:pt x="1649" y="676"/>
                      </a:cubicBezTo>
                      <a:cubicBezTo>
                        <a:pt x="1655" y="676"/>
                        <a:pt x="1661" y="675"/>
                        <a:pt x="1667" y="675"/>
                      </a:cubicBezTo>
                      <a:cubicBezTo>
                        <a:pt x="1722" y="670"/>
                        <a:pt x="1767" y="643"/>
                        <a:pt x="1786" y="603"/>
                      </a:cubicBezTo>
                      <a:lnTo>
                        <a:pt x="1933" y="317"/>
                      </a:lnTo>
                      <a:cubicBezTo>
                        <a:pt x="1952" y="277"/>
                        <a:pt x="1932" y="232"/>
                        <a:pt x="1886" y="209"/>
                      </a:cubicBezTo>
                      <a:cubicBezTo>
                        <a:pt x="1618" y="72"/>
                        <a:pt x="1301" y="0"/>
                        <a:pt x="970" y="0"/>
                      </a:cubicBezTo>
                      <a:moveTo>
                        <a:pt x="970" y="17"/>
                      </a:moveTo>
                      <a:cubicBezTo>
                        <a:pt x="1310" y="17"/>
                        <a:pt x="1623" y="94"/>
                        <a:pt x="1878" y="224"/>
                      </a:cubicBezTo>
                      <a:cubicBezTo>
                        <a:pt x="1916" y="244"/>
                        <a:pt x="1932" y="278"/>
                        <a:pt x="1917" y="309"/>
                      </a:cubicBezTo>
                      <a:lnTo>
                        <a:pt x="1770" y="596"/>
                      </a:lnTo>
                      <a:cubicBezTo>
                        <a:pt x="1753" y="631"/>
                        <a:pt x="1712" y="653"/>
                        <a:pt x="1665" y="657"/>
                      </a:cubicBezTo>
                      <a:cubicBezTo>
                        <a:pt x="1660" y="658"/>
                        <a:pt x="1655" y="658"/>
                        <a:pt x="1649" y="658"/>
                      </a:cubicBezTo>
                      <a:cubicBezTo>
                        <a:pt x="1632" y="658"/>
                        <a:pt x="1615" y="656"/>
                        <a:pt x="1598" y="650"/>
                      </a:cubicBezTo>
                      <a:cubicBezTo>
                        <a:pt x="1406" y="590"/>
                        <a:pt x="1194" y="557"/>
                        <a:pt x="971" y="557"/>
                      </a:cubicBezTo>
                      <a:cubicBezTo>
                        <a:pt x="747" y="557"/>
                        <a:pt x="535" y="590"/>
                        <a:pt x="343" y="650"/>
                      </a:cubicBezTo>
                      <a:cubicBezTo>
                        <a:pt x="326" y="656"/>
                        <a:pt x="308" y="658"/>
                        <a:pt x="290" y="658"/>
                      </a:cubicBezTo>
                      <a:cubicBezTo>
                        <a:pt x="286" y="658"/>
                        <a:pt x="281" y="658"/>
                        <a:pt x="276" y="658"/>
                      </a:cubicBezTo>
                      <a:cubicBezTo>
                        <a:pt x="229" y="654"/>
                        <a:pt x="187" y="631"/>
                        <a:pt x="171" y="596"/>
                      </a:cubicBezTo>
                      <a:lnTo>
                        <a:pt x="23" y="309"/>
                      </a:lnTo>
                      <a:cubicBezTo>
                        <a:pt x="9" y="278"/>
                        <a:pt x="25" y="244"/>
                        <a:pt x="63" y="224"/>
                      </a:cubicBezTo>
                      <a:cubicBezTo>
                        <a:pt x="318" y="94"/>
                        <a:pt x="631" y="17"/>
                        <a:pt x="97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" name="Google Shape;81;p2"/>
                <p:cNvSpPr/>
                <p:nvPr/>
              </p:nvSpPr>
              <p:spPr>
                <a:xfrm>
                  <a:off x="6715080" y="2647800"/>
                  <a:ext cx="14616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" h="392" extrusionOk="0">
                      <a:moveTo>
                        <a:pt x="309" y="0"/>
                      </a:moveTo>
                      <a:lnTo>
                        <a:pt x="309" y="0"/>
                      </a:lnTo>
                      <a:cubicBezTo>
                        <a:pt x="298" y="0"/>
                        <a:pt x="288" y="2"/>
                        <a:pt x="279" y="6"/>
                      </a:cubicBezTo>
                      <a:cubicBezTo>
                        <a:pt x="181" y="50"/>
                        <a:pt x="92" y="116"/>
                        <a:pt x="23" y="199"/>
                      </a:cubicBezTo>
                      <a:cubicBezTo>
                        <a:pt x="-11" y="239"/>
                        <a:pt x="-7" y="300"/>
                        <a:pt x="31" y="338"/>
                      </a:cubicBezTo>
                      <a:lnTo>
                        <a:pt x="65" y="372"/>
                      </a:lnTo>
                      <a:cubicBezTo>
                        <a:pt x="77" y="385"/>
                        <a:pt x="93" y="392"/>
                        <a:pt x="111" y="392"/>
                      </a:cubicBezTo>
                      <a:cubicBezTo>
                        <a:pt x="131" y="392"/>
                        <a:pt x="149" y="383"/>
                        <a:pt x="161" y="368"/>
                      </a:cubicBezTo>
                      <a:cubicBezTo>
                        <a:pt x="214" y="305"/>
                        <a:pt x="277" y="252"/>
                        <a:pt x="349" y="213"/>
                      </a:cubicBezTo>
                      <a:cubicBezTo>
                        <a:pt x="380" y="196"/>
                        <a:pt x="400" y="165"/>
                        <a:pt x="405" y="130"/>
                      </a:cubicBezTo>
                      <a:cubicBezTo>
                        <a:pt x="410" y="94"/>
                        <a:pt x="398" y="56"/>
                        <a:pt x="372" y="30"/>
                      </a:cubicBezTo>
                      <a:lnTo>
                        <a:pt x="365" y="23"/>
                      </a:lnTo>
                      <a:cubicBezTo>
                        <a:pt x="350" y="9"/>
                        <a:pt x="330" y="0"/>
                        <a:pt x="309" y="0"/>
                      </a:cubicBezTo>
                      <a:moveTo>
                        <a:pt x="309" y="18"/>
                      </a:moveTo>
                      <a:cubicBezTo>
                        <a:pt x="325" y="18"/>
                        <a:pt x="341" y="24"/>
                        <a:pt x="352" y="36"/>
                      </a:cubicBezTo>
                      <a:lnTo>
                        <a:pt x="360" y="43"/>
                      </a:lnTo>
                      <a:cubicBezTo>
                        <a:pt x="405" y="88"/>
                        <a:pt x="397" y="166"/>
                        <a:pt x="340" y="197"/>
                      </a:cubicBezTo>
                      <a:cubicBezTo>
                        <a:pt x="267" y="238"/>
                        <a:pt x="201" y="292"/>
                        <a:pt x="148" y="357"/>
                      </a:cubicBezTo>
                      <a:cubicBezTo>
                        <a:pt x="138" y="368"/>
                        <a:pt x="125" y="374"/>
                        <a:pt x="111" y="374"/>
                      </a:cubicBezTo>
                      <a:cubicBezTo>
                        <a:pt x="99" y="374"/>
                        <a:pt x="86" y="369"/>
                        <a:pt x="77" y="360"/>
                      </a:cubicBezTo>
                      <a:lnTo>
                        <a:pt x="43" y="326"/>
                      </a:lnTo>
                      <a:cubicBezTo>
                        <a:pt x="12" y="295"/>
                        <a:pt x="8" y="244"/>
                        <a:pt x="37" y="210"/>
                      </a:cubicBezTo>
                      <a:cubicBezTo>
                        <a:pt x="104" y="130"/>
                        <a:pt x="189" y="65"/>
                        <a:pt x="286" y="23"/>
                      </a:cubicBezTo>
                      <a:cubicBezTo>
                        <a:pt x="293" y="19"/>
                        <a:pt x="301" y="18"/>
                        <a:pt x="309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" name="Google Shape;82;p2"/>
                <p:cNvSpPr/>
                <p:nvPr/>
              </p:nvSpPr>
              <p:spPr>
                <a:xfrm>
                  <a:off x="7400520" y="2647800"/>
                  <a:ext cx="14652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" h="392" extrusionOk="0">
                      <a:moveTo>
                        <a:pt x="98" y="0"/>
                      </a:moveTo>
                      <a:lnTo>
                        <a:pt x="98" y="0"/>
                      </a:lnTo>
                      <a:cubicBezTo>
                        <a:pt x="77" y="0"/>
                        <a:pt x="57" y="9"/>
                        <a:pt x="42" y="23"/>
                      </a:cubicBezTo>
                      <a:lnTo>
                        <a:pt x="34" y="30"/>
                      </a:lnTo>
                      <a:cubicBezTo>
                        <a:pt x="8" y="57"/>
                        <a:pt x="-4" y="94"/>
                        <a:pt x="1" y="130"/>
                      </a:cubicBezTo>
                      <a:cubicBezTo>
                        <a:pt x="6" y="166"/>
                        <a:pt x="27" y="196"/>
                        <a:pt x="57" y="213"/>
                      </a:cubicBezTo>
                      <a:cubicBezTo>
                        <a:pt x="130" y="252"/>
                        <a:pt x="193" y="305"/>
                        <a:pt x="245" y="368"/>
                      </a:cubicBezTo>
                      <a:cubicBezTo>
                        <a:pt x="257" y="383"/>
                        <a:pt x="276" y="392"/>
                        <a:pt x="295" y="392"/>
                      </a:cubicBezTo>
                      <a:cubicBezTo>
                        <a:pt x="313" y="392"/>
                        <a:pt x="330" y="385"/>
                        <a:pt x="342" y="372"/>
                      </a:cubicBezTo>
                      <a:lnTo>
                        <a:pt x="376" y="338"/>
                      </a:lnTo>
                      <a:cubicBezTo>
                        <a:pt x="414" y="300"/>
                        <a:pt x="417" y="239"/>
                        <a:pt x="383" y="199"/>
                      </a:cubicBezTo>
                      <a:cubicBezTo>
                        <a:pt x="314" y="116"/>
                        <a:pt x="226" y="50"/>
                        <a:pt x="128" y="6"/>
                      </a:cubicBezTo>
                      <a:cubicBezTo>
                        <a:pt x="118" y="2"/>
                        <a:pt x="108" y="0"/>
                        <a:pt x="98" y="0"/>
                      </a:cubicBezTo>
                      <a:moveTo>
                        <a:pt x="98" y="18"/>
                      </a:moveTo>
                      <a:cubicBezTo>
                        <a:pt x="106" y="18"/>
                        <a:pt x="113" y="19"/>
                        <a:pt x="121" y="23"/>
                      </a:cubicBezTo>
                      <a:cubicBezTo>
                        <a:pt x="218" y="65"/>
                        <a:pt x="303" y="130"/>
                        <a:pt x="370" y="210"/>
                      </a:cubicBezTo>
                      <a:cubicBezTo>
                        <a:pt x="398" y="244"/>
                        <a:pt x="395" y="295"/>
                        <a:pt x="363" y="326"/>
                      </a:cubicBezTo>
                      <a:lnTo>
                        <a:pt x="330" y="360"/>
                      </a:lnTo>
                      <a:cubicBezTo>
                        <a:pt x="320" y="369"/>
                        <a:pt x="308" y="374"/>
                        <a:pt x="295" y="374"/>
                      </a:cubicBezTo>
                      <a:cubicBezTo>
                        <a:pt x="282" y="374"/>
                        <a:pt x="268" y="368"/>
                        <a:pt x="259" y="357"/>
                      </a:cubicBezTo>
                      <a:cubicBezTo>
                        <a:pt x="205" y="292"/>
                        <a:pt x="140" y="238"/>
                        <a:pt x="66" y="197"/>
                      </a:cubicBezTo>
                      <a:cubicBezTo>
                        <a:pt x="10" y="166"/>
                        <a:pt x="2" y="88"/>
                        <a:pt x="47" y="43"/>
                      </a:cubicBezTo>
                      <a:lnTo>
                        <a:pt x="54" y="36"/>
                      </a:lnTo>
                      <a:cubicBezTo>
                        <a:pt x="66" y="24"/>
                        <a:pt x="82" y="18"/>
                        <a:pt x="98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" name="Google Shape;83;p2"/>
                <p:cNvSpPr/>
                <p:nvPr/>
              </p:nvSpPr>
              <p:spPr>
                <a:xfrm>
                  <a:off x="6869520" y="2975760"/>
                  <a:ext cx="255960" cy="76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" h="2128" extrusionOk="0">
                      <a:moveTo>
                        <a:pt x="708" y="0"/>
                      </a:moveTo>
                      <a:lnTo>
                        <a:pt x="690" y="0"/>
                      </a:lnTo>
                      <a:cubicBezTo>
                        <a:pt x="477" y="0"/>
                        <a:pt x="270" y="37"/>
                        <a:pt x="77" y="111"/>
                      </a:cubicBezTo>
                      <a:cubicBezTo>
                        <a:pt x="62" y="116"/>
                        <a:pt x="47" y="119"/>
                        <a:pt x="32" y="119"/>
                      </a:cubicBezTo>
                      <a:cubicBezTo>
                        <a:pt x="28" y="119"/>
                        <a:pt x="23" y="119"/>
                        <a:pt x="19" y="118"/>
                      </a:cubicBezTo>
                      <a:lnTo>
                        <a:pt x="0" y="116"/>
                      </a:lnTo>
                      <a:lnTo>
                        <a:pt x="0" y="136"/>
                      </a:lnTo>
                      <a:lnTo>
                        <a:pt x="3" y="1966"/>
                      </a:lnTo>
                      <a:lnTo>
                        <a:pt x="3" y="1984"/>
                      </a:lnTo>
                      <a:lnTo>
                        <a:pt x="20" y="1984"/>
                      </a:lnTo>
                      <a:cubicBezTo>
                        <a:pt x="41" y="1984"/>
                        <a:pt x="62" y="1989"/>
                        <a:pt x="83" y="1998"/>
                      </a:cubicBezTo>
                      <a:cubicBezTo>
                        <a:pt x="278" y="2084"/>
                        <a:pt x="483" y="2128"/>
                        <a:pt x="693" y="2128"/>
                      </a:cubicBezTo>
                      <a:lnTo>
                        <a:pt x="711" y="2128"/>
                      </a:lnTo>
                      <a:lnTo>
                        <a:pt x="711" y="2110"/>
                      </a:lnTo>
                      <a:lnTo>
                        <a:pt x="708" y="17"/>
                      </a:lnTo>
                      <a:lnTo>
                        <a:pt x="708" y="0"/>
                      </a:lnTo>
                      <a:moveTo>
                        <a:pt x="690" y="17"/>
                      </a:moveTo>
                      <a:lnTo>
                        <a:pt x="693" y="2110"/>
                      </a:lnTo>
                      <a:cubicBezTo>
                        <a:pt x="480" y="2110"/>
                        <a:pt x="277" y="2065"/>
                        <a:pt x="90" y="1982"/>
                      </a:cubicBezTo>
                      <a:cubicBezTo>
                        <a:pt x="67" y="1972"/>
                        <a:pt x="44" y="1967"/>
                        <a:pt x="21" y="1967"/>
                      </a:cubicBezTo>
                      <a:lnTo>
                        <a:pt x="21" y="1966"/>
                      </a:lnTo>
                      <a:lnTo>
                        <a:pt x="18" y="136"/>
                      </a:lnTo>
                      <a:cubicBezTo>
                        <a:pt x="22" y="136"/>
                        <a:pt x="27" y="137"/>
                        <a:pt x="32" y="137"/>
                      </a:cubicBezTo>
                      <a:cubicBezTo>
                        <a:pt x="49" y="137"/>
                        <a:pt x="66" y="134"/>
                        <a:pt x="83" y="127"/>
                      </a:cubicBezTo>
                      <a:cubicBezTo>
                        <a:pt x="268" y="57"/>
                        <a:pt x="474" y="17"/>
                        <a:pt x="69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4" name="Google Shape;84;p2"/>
                <p:cNvSpPr/>
                <p:nvPr/>
              </p:nvSpPr>
              <p:spPr>
                <a:xfrm>
                  <a:off x="7136280" y="2975760"/>
                  <a:ext cx="257400" cy="76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5" h="2128" extrusionOk="0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3" y="2110"/>
                      </a:lnTo>
                      <a:lnTo>
                        <a:pt x="3" y="2128"/>
                      </a:lnTo>
                      <a:lnTo>
                        <a:pt x="21" y="2128"/>
                      </a:lnTo>
                      <a:cubicBezTo>
                        <a:pt x="232" y="2128"/>
                        <a:pt x="438" y="2084"/>
                        <a:pt x="634" y="1998"/>
                      </a:cubicBezTo>
                      <a:cubicBezTo>
                        <a:pt x="655" y="1989"/>
                        <a:pt x="676" y="1984"/>
                        <a:pt x="698" y="1984"/>
                      </a:cubicBezTo>
                      <a:lnTo>
                        <a:pt x="715" y="1984"/>
                      </a:lnTo>
                      <a:lnTo>
                        <a:pt x="715" y="1967"/>
                      </a:lnTo>
                      <a:lnTo>
                        <a:pt x="712" y="136"/>
                      </a:lnTo>
                      <a:lnTo>
                        <a:pt x="712" y="116"/>
                      </a:lnTo>
                      <a:lnTo>
                        <a:pt x="692" y="118"/>
                      </a:lnTo>
                      <a:cubicBezTo>
                        <a:pt x="688" y="119"/>
                        <a:pt x="683" y="119"/>
                        <a:pt x="678" y="119"/>
                      </a:cubicBezTo>
                      <a:cubicBezTo>
                        <a:pt x="664" y="119"/>
                        <a:pt x="649" y="116"/>
                        <a:pt x="635" y="111"/>
                      </a:cubicBezTo>
                      <a:cubicBezTo>
                        <a:pt x="439" y="37"/>
                        <a:pt x="232" y="0"/>
                        <a:pt x="18" y="0"/>
                      </a:cubicBezTo>
                      <a:moveTo>
                        <a:pt x="18" y="17"/>
                      </a:moveTo>
                      <a:cubicBezTo>
                        <a:pt x="235" y="17"/>
                        <a:pt x="442" y="57"/>
                        <a:pt x="629" y="127"/>
                      </a:cubicBezTo>
                      <a:cubicBezTo>
                        <a:pt x="645" y="134"/>
                        <a:pt x="662" y="137"/>
                        <a:pt x="678" y="137"/>
                      </a:cubicBezTo>
                      <a:cubicBezTo>
                        <a:pt x="684" y="137"/>
                        <a:pt x="689" y="136"/>
                        <a:pt x="694" y="136"/>
                      </a:cubicBezTo>
                      <a:lnTo>
                        <a:pt x="697" y="1966"/>
                      </a:lnTo>
                      <a:lnTo>
                        <a:pt x="697" y="1967"/>
                      </a:lnTo>
                      <a:cubicBezTo>
                        <a:pt x="674" y="1967"/>
                        <a:pt x="650" y="1972"/>
                        <a:pt x="627" y="1982"/>
                      </a:cubicBezTo>
                      <a:cubicBezTo>
                        <a:pt x="439" y="2065"/>
                        <a:pt x="235" y="2110"/>
                        <a:pt x="21" y="2110"/>
                      </a:cubicBezTo>
                      <a:lnTo>
                        <a:pt x="18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" name="Google Shape;85;p2"/>
                <p:cNvSpPr/>
                <p:nvPr/>
              </p:nvSpPr>
              <p:spPr>
                <a:xfrm>
                  <a:off x="6571800" y="2576520"/>
                  <a:ext cx="1118520" cy="200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7" h="5570" extrusionOk="0">
                      <a:moveTo>
                        <a:pt x="2201" y="0"/>
                      </a:moveTo>
                      <a:lnTo>
                        <a:pt x="905" y="0"/>
                      </a:lnTo>
                      <a:cubicBezTo>
                        <a:pt x="483" y="0"/>
                        <a:pt x="139" y="344"/>
                        <a:pt x="139" y="767"/>
                      </a:cubicBezTo>
                      <a:lnTo>
                        <a:pt x="139" y="829"/>
                      </a:lnTo>
                      <a:cubicBezTo>
                        <a:pt x="60" y="840"/>
                        <a:pt x="0" y="906"/>
                        <a:pt x="0" y="988"/>
                      </a:cubicBezTo>
                      <a:lnTo>
                        <a:pt x="0" y="1461"/>
                      </a:lnTo>
                      <a:cubicBezTo>
                        <a:pt x="0" y="1542"/>
                        <a:pt x="60" y="1609"/>
                        <a:pt x="139" y="1620"/>
                      </a:cubicBezTo>
                      <a:lnTo>
                        <a:pt x="139" y="3906"/>
                      </a:lnTo>
                      <a:lnTo>
                        <a:pt x="139" y="4018"/>
                      </a:lnTo>
                      <a:cubicBezTo>
                        <a:pt x="60" y="4028"/>
                        <a:pt x="0" y="4095"/>
                        <a:pt x="0" y="4176"/>
                      </a:cubicBezTo>
                      <a:lnTo>
                        <a:pt x="0" y="4195"/>
                      </a:lnTo>
                      <a:lnTo>
                        <a:pt x="0" y="4649"/>
                      </a:lnTo>
                      <a:cubicBezTo>
                        <a:pt x="0" y="4731"/>
                        <a:pt x="60" y="4798"/>
                        <a:pt x="139" y="4808"/>
                      </a:cubicBezTo>
                      <a:cubicBezTo>
                        <a:pt x="141" y="5073"/>
                        <a:pt x="229" y="5323"/>
                        <a:pt x="394" y="5531"/>
                      </a:cubicBezTo>
                      <a:lnTo>
                        <a:pt x="425" y="5570"/>
                      </a:lnTo>
                      <a:lnTo>
                        <a:pt x="425" y="5520"/>
                      </a:lnTo>
                      <a:lnTo>
                        <a:pt x="425" y="3807"/>
                      </a:lnTo>
                      <a:lnTo>
                        <a:pt x="425" y="3802"/>
                      </a:lnTo>
                      <a:lnTo>
                        <a:pt x="423" y="3798"/>
                      </a:lnTo>
                      <a:cubicBezTo>
                        <a:pt x="406" y="3769"/>
                        <a:pt x="402" y="3735"/>
                        <a:pt x="412" y="3704"/>
                      </a:cubicBezTo>
                      <a:lnTo>
                        <a:pt x="567" y="3234"/>
                      </a:lnTo>
                      <a:cubicBezTo>
                        <a:pt x="596" y="3146"/>
                        <a:pt x="677" y="3087"/>
                        <a:pt x="770" y="3087"/>
                      </a:cubicBezTo>
                      <a:cubicBezTo>
                        <a:pt x="772" y="3087"/>
                        <a:pt x="774" y="3087"/>
                        <a:pt x="777" y="3087"/>
                      </a:cubicBezTo>
                      <a:lnTo>
                        <a:pt x="795" y="3088"/>
                      </a:lnTo>
                      <a:lnTo>
                        <a:pt x="795" y="3069"/>
                      </a:lnTo>
                      <a:lnTo>
                        <a:pt x="795" y="1238"/>
                      </a:lnTo>
                      <a:lnTo>
                        <a:pt x="795" y="1222"/>
                      </a:lnTo>
                      <a:lnTo>
                        <a:pt x="779" y="1220"/>
                      </a:lnTo>
                      <a:cubicBezTo>
                        <a:pt x="731" y="1216"/>
                        <a:pt x="692" y="1191"/>
                        <a:pt x="676" y="1155"/>
                      </a:cubicBezTo>
                      <a:lnTo>
                        <a:pt x="512" y="772"/>
                      </a:lnTo>
                      <a:cubicBezTo>
                        <a:pt x="499" y="743"/>
                        <a:pt x="514" y="711"/>
                        <a:pt x="548" y="692"/>
                      </a:cubicBezTo>
                      <a:cubicBezTo>
                        <a:pt x="842" y="529"/>
                        <a:pt x="1189" y="442"/>
                        <a:pt x="1553" y="442"/>
                      </a:cubicBezTo>
                      <a:cubicBezTo>
                        <a:pt x="1917" y="442"/>
                        <a:pt x="2265" y="529"/>
                        <a:pt x="2558" y="692"/>
                      </a:cubicBezTo>
                      <a:cubicBezTo>
                        <a:pt x="2593" y="711"/>
                        <a:pt x="2607" y="743"/>
                        <a:pt x="2594" y="772"/>
                      </a:cubicBezTo>
                      <a:lnTo>
                        <a:pt x="2430" y="1155"/>
                      </a:lnTo>
                      <a:cubicBezTo>
                        <a:pt x="2415" y="1191"/>
                        <a:pt x="2375" y="1215"/>
                        <a:pt x="2328" y="1220"/>
                      </a:cubicBezTo>
                      <a:lnTo>
                        <a:pt x="2312" y="1221"/>
                      </a:lnTo>
                      <a:lnTo>
                        <a:pt x="2312" y="1237"/>
                      </a:lnTo>
                      <a:lnTo>
                        <a:pt x="2312" y="3069"/>
                      </a:lnTo>
                      <a:lnTo>
                        <a:pt x="2312" y="3087"/>
                      </a:lnTo>
                      <a:lnTo>
                        <a:pt x="2330" y="3087"/>
                      </a:lnTo>
                      <a:cubicBezTo>
                        <a:pt x="2332" y="3087"/>
                        <a:pt x="2334" y="3087"/>
                        <a:pt x="2336" y="3087"/>
                      </a:cubicBezTo>
                      <a:cubicBezTo>
                        <a:pt x="2429" y="3087"/>
                        <a:pt x="2511" y="3146"/>
                        <a:pt x="2540" y="3234"/>
                      </a:cubicBezTo>
                      <a:lnTo>
                        <a:pt x="2694" y="3704"/>
                      </a:lnTo>
                      <a:cubicBezTo>
                        <a:pt x="2705" y="3735"/>
                        <a:pt x="2701" y="3769"/>
                        <a:pt x="2684" y="3798"/>
                      </a:cubicBezTo>
                      <a:lnTo>
                        <a:pt x="2681" y="3802"/>
                      </a:lnTo>
                      <a:lnTo>
                        <a:pt x="2681" y="3807"/>
                      </a:lnTo>
                      <a:lnTo>
                        <a:pt x="2681" y="5520"/>
                      </a:lnTo>
                      <a:lnTo>
                        <a:pt x="2681" y="5527"/>
                      </a:lnTo>
                      <a:lnTo>
                        <a:pt x="2686" y="5532"/>
                      </a:lnTo>
                      <a:lnTo>
                        <a:pt x="2700" y="5546"/>
                      </a:lnTo>
                      <a:lnTo>
                        <a:pt x="2713" y="5531"/>
                      </a:lnTo>
                      <a:cubicBezTo>
                        <a:pt x="2876" y="5327"/>
                        <a:pt x="2966" y="5070"/>
                        <a:pt x="2968" y="4808"/>
                      </a:cubicBezTo>
                      <a:cubicBezTo>
                        <a:pt x="3046" y="4798"/>
                        <a:pt x="3107" y="4730"/>
                        <a:pt x="3107" y="4649"/>
                      </a:cubicBezTo>
                      <a:lnTo>
                        <a:pt x="3107" y="4195"/>
                      </a:lnTo>
                      <a:lnTo>
                        <a:pt x="3107" y="4176"/>
                      </a:lnTo>
                      <a:cubicBezTo>
                        <a:pt x="3107" y="4096"/>
                        <a:pt x="3046" y="4028"/>
                        <a:pt x="2968" y="4018"/>
                      </a:cubicBezTo>
                      <a:lnTo>
                        <a:pt x="2968" y="3906"/>
                      </a:lnTo>
                      <a:lnTo>
                        <a:pt x="2968" y="1620"/>
                      </a:lnTo>
                      <a:cubicBezTo>
                        <a:pt x="3047" y="1609"/>
                        <a:pt x="3107" y="1542"/>
                        <a:pt x="3107" y="1461"/>
                      </a:cubicBezTo>
                      <a:lnTo>
                        <a:pt x="3107" y="988"/>
                      </a:lnTo>
                      <a:cubicBezTo>
                        <a:pt x="3107" y="906"/>
                        <a:pt x="3047" y="840"/>
                        <a:pt x="2968" y="829"/>
                      </a:cubicBezTo>
                      <a:lnTo>
                        <a:pt x="2968" y="767"/>
                      </a:lnTo>
                      <a:cubicBezTo>
                        <a:pt x="2968" y="344"/>
                        <a:pt x="2624" y="0"/>
                        <a:pt x="2201" y="0"/>
                      </a:cubicBezTo>
                      <a:moveTo>
                        <a:pt x="2201" y="18"/>
                      </a:moveTo>
                      <a:cubicBezTo>
                        <a:pt x="2615" y="18"/>
                        <a:pt x="2950" y="353"/>
                        <a:pt x="2950" y="767"/>
                      </a:cubicBezTo>
                      <a:lnTo>
                        <a:pt x="2950" y="845"/>
                      </a:lnTo>
                      <a:cubicBezTo>
                        <a:pt x="3027" y="848"/>
                        <a:pt x="3089" y="910"/>
                        <a:pt x="3089" y="988"/>
                      </a:cubicBezTo>
                      <a:lnTo>
                        <a:pt x="3089" y="1461"/>
                      </a:lnTo>
                      <a:cubicBezTo>
                        <a:pt x="3089" y="1539"/>
                        <a:pt x="3027" y="1601"/>
                        <a:pt x="2950" y="1603"/>
                      </a:cubicBezTo>
                      <a:lnTo>
                        <a:pt x="2950" y="3906"/>
                      </a:lnTo>
                      <a:lnTo>
                        <a:pt x="2950" y="4034"/>
                      </a:lnTo>
                      <a:cubicBezTo>
                        <a:pt x="3027" y="4036"/>
                        <a:pt x="3089" y="4099"/>
                        <a:pt x="3089" y="4176"/>
                      </a:cubicBezTo>
                      <a:lnTo>
                        <a:pt x="3089" y="4195"/>
                      </a:lnTo>
                      <a:lnTo>
                        <a:pt x="3089" y="4649"/>
                      </a:lnTo>
                      <a:cubicBezTo>
                        <a:pt x="3089" y="4727"/>
                        <a:pt x="3027" y="4790"/>
                        <a:pt x="2950" y="4792"/>
                      </a:cubicBezTo>
                      <a:lnTo>
                        <a:pt x="2950" y="4802"/>
                      </a:lnTo>
                      <a:cubicBezTo>
                        <a:pt x="2950" y="5073"/>
                        <a:pt x="2856" y="5323"/>
                        <a:pt x="2699" y="5520"/>
                      </a:cubicBezTo>
                      <a:lnTo>
                        <a:pt x="2699" y="5520"/>
                      </a:lnTo>
                      <a:lnTo>
                        <a:pt x="2699" y="3807"/>
                      </a:lnTo>
                      <a:cubicBezTo>
                        <a:pt x="2718" y="3775"/>
                        <a:pt x="2723" y="3736"/>
                        <a:pt x="2711" y="3699"/>
                      </a:cubicBezTo>
                      <a:lnTo>
                        <a:pt x="2556" y="3228"/>
                      </a:lnTo>
                      <a:cubicBezTo>
                        <a:pt x="2524" y="3130"/>
                        <a:pt x="2433" y="3069"/>
                        <a:pt x="2336" y="3069"/>
                      </a:cubicBezTo>
                      <a:cubicBezTo>
                        <a:pt x="2334" y="3069"/>
                        <a:pt x="2332" y="3069"/>
                        <a:pt x="2329" y="3069"/>
                      </a:cubicBezTo>
                      <a:lnTo>
                        <a:pt x="2329" y="3069"/>
                      </a:lnTo>
                      <a:lnTo>
                        <a:pt x="2329" y="1237"/>
                      </a:lnTo>
                      <a:cubicBezTo>
                        <a:pt x="2382" y="1233"/>
                        <a:pt x="2428" y="1205"/>
                        <a:pt x="2446" y="1162"/>
                      </a:cubicBezTo>
                      <a:lnTo>
                        <a:pt x="2611" y="779"/>
                      </a:lnTo>
                      <a:cubicBezTo>
                        <a:pt x="2627" y="741"/>
                        <a:pt x="2609" y="700"/>
                        <a:pt x="2567" y="676"/>
                      </a:cubicBezTo>
                      <a:cubicBezTo>
                        <a:pt x="2282" y="518"/>
                        <a:pt x="1932" y="425"/>
                        <a:pt x="1553" y="425"/>
                      </a:cubicBezTo>
                      <a:cubicBezTo>
                        <a:pt x="1174" y="425"/>
                        <a:pt x="824" y="518"/>
                        <a:pt x="540" y="676"/>
                      </a:cubicBezTo>
                      <a:cubicBezTo>
                        <a:pt x="498" y="700"/>
                        <a:pt x="479" y="741"/>
                        <a:pt x="496" y="779"/>
                      </a:cubicBezTo>
                      <a:lnTo>
                        <a:pt x="660" y="1162"/>
                      </a:lnTo>
                      <a:cubicBezTo>
                        <a:pt x="679" y="1205"/>
                        <a:pt x="725" y="1233"/>
                        <a:pt x="777" y="1238"/>
                      </a:cubicBezTo>
                      <a:lnTo>
                        <a:pt x="777" y="3069"/>
                      </a:lnTo>
                      <a:lnTo>
                        <a:pt x="777" y="3069"/>
                      </a:lnTo>
                      <a:cubicBezTo>
                        <a:pt x="775" y="3069"/>
                        <a:pt x="772" y="3069"/>
                        <a:pt x="770" y="3069"/>
                      </a:cubicBezTo>
                      <a:cubicBezTo>
                        <a:pt x="673" y="3069"/>
                        <a:pt x="582" y="3130"/>
                        <a:pt x="550" y="3228"/>
                      </a:cubicBezTo>
                      <a:lnTo>
                        <a:pt x="395" y="3699"/>
                      </a:lnTo>
                      <a:cubicBezTo>
                        <a:pt x="383" y="3736"/>
                        <a:pt x="388" y="3775"/>
                        <a:pt x="408" y="3807"/>
                      </a:cubicBezTo>
                      <a:lnTo>
                        <a:pt x="408" y="5520"/>
                      </a:lnTo>
                      <a:cubicBezTo>
                        <a:pt x="251" y="5323"/>
                        <a:pt x="157" y="5073"/>
                        <a:pt x="157" y="4802"/>
                      </a:cubicBezTo>
                      <a:lnTo>
                        <a:pt x="157" y="4792"/>
                      </a:lnTo>
                      <a:cubicBezTo>
                        <a:pt x="80" y="4790"/>
                        <a:pt x="18" y="4727"/>
                        <a:pt x="18" y="4649"/>
                      </a:cubicBezTo>
                      <a:lnTo>
                        <a:pt x="18" y="4195"/>
                      </a:lnTo>
                      <a:lnTo>
                        <a:pt x="18" y="4176"/>
                      </a:lnTo>
                      <a:cubicBezTo>
                        <a:pt x="18" y="4099"/>
                        <a:pt x="80" y="4036"/>
                        <a:pt x="157" y="4034"/>
                      </a:cubicBezTo>
                      <a:lnTo>
                        <a:pt x="157" y="3906"/>
                      </a:lnTo>
                      <a:lnTo>
                        <a:pt x="157" y="1603"/>
                      </a:lnTo>
                      <a:cubicBezTo>
                        <a:pt x="80" y="1601"/>
                        <a:pt x="18" y="1539"/>
                        <a:pt x="18" y="1461"/>
                      </a:cubicBezTo>
                      <a:lnTo>
                        <a:pt x="18" y="988"/>
                      </a:lnTo>
                      <a:cubicBezTo>
                        <a:pt x="18" y="910"/>
                        <a:pt x="80" y="848"/>
                        <a:pt x="157" y="845"/>
                      </a:cubicBezTo>
                      <a:lnTo>
                        <a:pt x="157" y="767"/>
                      </a:lnTo>
                      <a:cubicBezTo>
                        <a:pt x="157" y="353"/>
                        <a:pt x="492" y="18"/>
                        <a:pt x="905" y="18"/>
                      </a:cubicBezTo>
                      <a:lnTo>
                        <a:pt x="2201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6" name="Google Shape;86;p2"/>
                <p:cNvSpPr/>
                <p:nvPr/>
              </p:nvSpPr>
              <p:spPr>
                <a:xfrm>
                  <a:off x="6739920" y="3962160"/>
                  <a:ext cx="385560" cy="77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2142" extrusionOk="0">
                      <a:moveTo>
                        <a:pt x="528" y="1905"/>
                      </a:moveTo>
                      <a:cubicBezTo>
                        <a:pt x="518" y="1905"/>
                        <a:pt x="509" y="1903"/>
                        <a:pt x="501" y="1900"/>
                      </a:cubicBezTo>
                      <a:cubicBezTo>
                        <a:pt x="378" y="1848"/>
                        <a:pt x="270" y="1770"/>
                        <a:pt x="177" y="1668"/>
                      </a:cubicBezTo>
                      <a:cubicBezTo>
                        <a:pt x="129" y="1615"/>
                        <a:pt x="101" y="1541"/>
                        <a:pt x="101" y="1465"/>
                      </a:cubicBezTo>
                      <a:lnTo>
                        <a:pt x="101" y="1405"/>
                      </a:lnTo>
                      <a:cubicBezTo>
                        <a:pt x="101" y="1366"/>
                        <a:pt x="130" y="1344"/>
                        <a:pt x="158" y="1344"/>
                      </a:cubicBezTo>
                      <a:cubicBezTo>
                        <a:pt x="168" y="1344"/>
                        <a:pt x="183" y="1347"/>
                        <a:pt x="197" y="1361"/>
                      </a:cubicBezTo>
                      <a:lnTo>
                        <a:pt x="580" y="1767"/>
                      </a:lnTo>
                      <a:cubicBezTo>
                        <a:pt x="594" y="1782"/>
                        <a:pt x="602" y="1803"/>
                        <a:pt x="602" y="1824"/>
                      </a:cubicBezTo>
                      <a:cubicBezTo>
                        <a:pt x="602" y="1869"/>
                        <a:pt x="569" y="1905"/>
                        <a:pt x="528" y="1905"/>
                      </a:cubicBezTo>
                      <a:moveTo>
                        <a:pt x="0" y="0"/>
                      </a:moveTo>
                      <a:lnTo>
                        <a:pt x="0" y="67"/>
                      </a:lnTo>
                      <a:lnTo>
                        <a:pt x="0" y="1708"/>
                      </a:lnTo>
                      <a:lnTo>
                        <a:pt x="0" y="1714"/>
                      </a:lnTo>
                      <a:lnTo>
                        <a:pt x="3" y="1718"/>
                      </a:lnTo>
                      <a:cubicBezTo>
                        <a:pt x="206" y="1988"/>
                        <a:pt x="508" y="2142"/>
                        <a:pt x="833" y="2142"/>
                      </a:cubicBezTo>
                      <a:lnTo>
                        <a:pt x="1054" y="2142"/>
                      </a:lnTo>
                      <a:lnTo>
                        <a:pt x="1071" y="2142"/>
                      </a:lnTo>
                      <a:lnTo>
                        <a:pt x="1071" y="2125"/>
                      </a:lnTo>
                      <a:lnTo>
                        <a:pt x="1071" y="2008"/>
                      </a:lnTo>
                      <a:lnTo>
                        <a:pt x="1071" y="1991"/>
                      </a:lnTo>
                      <a:lnTo>
                        <a:pt x="1054" y="1991"/>
                      </a:lnTo>
                      <a:lnTo>
                        <a:pt x="769" y="1991"/>
                      </a:lnTo>
                      <a:cubicBezTo>
                        <a:pt x="761" y="1991"/>
                        <a:pt x="754" y="1983"/>
                        <a:pt x="754" y="1973"/>
                      </a:cubicBezTo>
                      <a:cubicBezTo>
                        <a:pt x="754" y="1964"/>
                        <a:pt x="761" y="1956"/>
                        <a:pt x="769" y="1956"/>
                      </a:cubicBezTo>
                      <a:lnTo>
                        <a:pt x="1054" y="1956"/>
                      </a:lnTo>
                      <a:lnTo>
                        <a:pt x="1071" y="1956"/>
                      </a:lnTo>
                      <a:lnTo>
                        <a:pt x="1071" y="1938"/>
                      </a:lnTo>
                      <a:lnTo>
                        <a:pt x="1071" y="1886"/>
                      </a:lnTo>
                      <a:lnTo>
                        <a:pt x="1071" y="1868"/>
                      </a:lnTo>
                      <a:lnTo>
                        <a:pt x="1054" y="1868"/>
                      </a:lnTo>
                      <a:lnTo>
                        <a:pt x="769" y="1868"/>
                      </a:lnTo>
                      <a:cubicBezTo>
                        <a:pt x="761" y="1868"/>
                        <a:pt x="754" y="1860"/>
                        <a:pt x="754" y="1851"/>
                      </a:cubicBezTo>
                      <a:cubicBezTo>
                        <a:pt x="754" y="1842"/>
                        <a:pt x="761" y="1834"/>
                        <a:pt x="769" y="1834"/>
                      </a:cubicBezTo>
                      <a:lnTo>
                        <a:pt x="1054" y="1834"/>
                      </a:lnTo>
                      <a:lnTo>
                        <a:pt x="1071" y="1834"/>
                      </a:lnTo>
                      <a:lnTo>
                        <a:pt x="1071" y="1816"/>
                      </a:lnTo>
                      <a:lnTo>
                        <a:pt x="1071" y="1764"/>
                      </a:lnTo>
                      <a:lnTo>
                        <a:pt x="1071" y="1746"/>
                      </a:lnTo>
                      <a:lnTo>
                        <a:pt x="1054" y="1746"/>
                      </a:lnTo>
                      <a:lnTo>
                        <a:pt x="769" y="1746"/>
                      </a:lnTo>
                      <a:cubicBezTo>
                        <a:pt x="761" y="1746"/>
                        <a:pt x="754" y="1738"/>
                        <a:pt x="754" y="1729"/>
                      </a:cubicBezTo>
                      <a:cubicBezTo>
                        <a:pt x="754" y="1719"/>
                        <a:pt x="761" y="1711"/>
                        <a:pt x="769" y="1711"/>
                      </a:cubicBezTo>
                      <a:lnTo>
                        <a:pt x="1054" y="1711"/>
                      </a:lnTo>
                      <a:lnTo>
                        <a:pt x="1071" y="1711"/>
                      </a:lnTo>
                      <a:lnTo>
                        <a:pt x="1071" y="1694"/>
                      </a:lnTo>
                      <a:lnTo>
                        <a:pt x="1071" y="449"/>
                      </a:lnTo>
                      <a:lnTo>
                        <a:pt x="1071" y="432"/>
                      </a:lnTo>
                      <a:lnTo>
                        <a:pt x="1054" y="432"/>
                      </a:lnTo>
                      <a:cubicBezTo>
                        <a:pt x="694" y="432"/>
                        <a:pt x="350" y="313"/>
                        <a:pt x="60" y="90"/>
                      </a:cubicBezTo>
                      <a:cubicBezTo>
                        <a:pt x="49" y="81"/>
                        <a:pt x="40" y="71"/>
                        <a:pt x="33" y="58"/>
                      </a:cubicBezTo>
                      <a:lnTo>
                        <a:pt x="0" y="0"/>
                      </a:lnTo>
                      <a:moveTo>
                        <a:pt x="528" y="1923"/>
                      </a:moveTo>
                      <a:cubicBezTo>
                        <a:pt x="576" y="1923"/>
                        <a:pt x="620" y="1880"/>
                        <a:pt x="620" y="1824"/>
                      </a:cubicBezTo>
                      <a:cubicBezTo>
                        <a:pt x="620" y="1798"/>
                        <a:pt x="610" y="1773"/>
                        <a:pt x="593" y="1755"/>
                      </a:cubicBezTo>
                      <a:lnTo>
                        <a:pt x="210" y="1349"/>
                      </a:lnTo>
                      <a:cubicBezTo>
                        <a:pt x="195" y="1333"/>
                        <a:pt x="176" y="1326"/>
                        <a:pt x="158" y="1326"/>
                      </a:cubicBezTo>
                      <a:cubicBezTo>
                        <a:pt x="120" y="1326"/>
                        <a:pt x="83" y="1357"/>
                        <a:pt x="83" y="1405"/>
                      </a:cubicBezTo>
                      <a:lnTo>
                        <a:pt x="83" y="1465"/>
                      </a:lnTo>
                      <a:cubicBezTo>
                        <a:pt x="83" y="1545"/>
                        <a:pt x="112" y="1623"/>
                        <a:pt x="164" y="1680"/>
                      </a:cubicBezTo>
                      <a:cubicBezTo>
                        <a:pt x="257" y="1782"/>
                        <a:pt x="369" y="1862"/>
                        <a:pt x="494" y="1916"/>
                      </a:cubicBezTo>
                      <a:cubicBezTo>
                        <a:pt x="505" y="1921"/>
                        <a:pt x="516" y="1923"/>
                        <a:pt x="528" y="1923"/>
                      </a:cubicBezTo>
                      <a:moveTo>
                        <a:pt x="17" y="67"/>
                      </a:moveTo>
                      <a:cubicBezTo>
                        <a:pt x="25" y="81"/>
                        <a:pt x="36" y="93"/>
                        <a:pt x="49" y="104"/>
                      </a:cubicBezTo>
                      <a:cubicBezTo>
                        <a:pt x="331" y="321"/>
                        <a:pt x="678" y="449"/>
                        <a:pt x="1054" y="449"/>
                      </a:cubicBezTo>
                      <a:lnTo>
                        <a:pt x="1054" y="1694"/>
                      </a:lnTo>
                      <a:lnTo>
                        <a:pt x="769" y="1694"/>
                      </a:lnTo>
                      <a:cubicBezTo>
                        <a:pt x="751" y="1694"/>
                        <a:pt x="737" y="1709"/>
                        <a:pt x="737" y="1729"/>
                      </a:cubicBezTo>
                      <a:cubicBezTo>
                        <a:pt x="737" y="1748"/>
                        <a:pt x="751" y="1764"/>
                        <a:pt x="769" y="1764"/>
                      </a:cubicBezTo>
                      <a:lnTo>
                        <a:pt x="1054" y="1764"/>
                      </a:lnTo>
                      <a:lnTo>
                        <a:pt x="1054" y="1816"/>
                      </a:lnTo>
                      <a:lnTo>
                        <a:pt x="769" y="1816"/>
                      </a:lnTo>
                      <a:cubicBezTo>
                        <a:pt x="751" y="1816"/>
                        <a:pt x="737" y="1832"/>
                        <a:pt x="737" y="1851"/>
                      </a:cubicBezTo>
                      <a:cubicBezTo>
                        <a:pt x="737" y="1870"/>
                        <a:pt x="751" y="1886"/>
                        <a:pt x="769" y="1886"/>
                      </a:cubicBezTo>
                      <a:lnTo>
                        <a:pt x="1054" y="1886"/>
                      </a:lnTo>
                      <a:lnTo>
                        <a:pt x="1054" y="1938"/>
                      </a:lnTo>
                      <a:lnTo>
                        <a:pt x="769" y="1938"/>
                      </a:lnTo>
                      <a:cubicBezTo>
                        <a:pt x="751" y="1938"/>
                        <a:pt x="737" y="1954"/>
                        <a:pt x="737" y="1973"/>
                      </a:cubicBezTo>
                      <a:cubicBezTo>
                        <a:pt x="737" y="1992"/>
                        <a:pt x="751" y="2008"/>
                        <a:pt x="769" y="2008"/>
                      </a:cubicBezTo>
                      <a:lnTo>
                        <a:pt x="1054" y="2008"/>
                      </a:lnTo>
                      <a:lnTo>
                        <a:pt x="1054" y="2125"/>
                      </a:lnTo>
                      <a:lnTo>
                        <a:pt x="833" y="2125"/>
                      </a:lnTo>
                      <a:cubicBezTo>
                        <a:pt x="503" y="2125"/>
                        <a:pt x="208" y="1962"/>
                        <a:pt x="17" y="1708"/>
                      </a:cubicBezTo>
                      <a:lnTo>
                        <a:pt x="17" y="6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" name="Google Shape;87;p2"/>
                <p:cNvSpPr/>
                <p:nvPr/>
              </p:nvSpPr>
              <p:spPr>
                <a:xfrm>
                  <a:off x="7134840" y="3962520"/>
                  <a:ext cx="390960" cy="770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" h="2141" extrusionOk="0">
                      <a:moveTo>
                        <a:pt x="548" y="1904"/>
                      </a:moveTo>
                      <a:cubicBezTo>
                        <a:pt x="506" y="1904"/>
                        <a:pt x="473" y="1868"/>
                        <a:pt x="473" y="1823"/>
                      </a:cubicBezTo>
                      <a:cubicBezTo>
                        <a:pt x="473" y="1802"/>
                        <a:pt x="481" y="1781"/>
                        <a:pt x="495" y="1766"/>
                      </a:cubicBezTo>
                      <a:lnTo>
                        <a:pt x="882" y="1360"/>
                      </a:lnTo>
                      <a:cubicBezTo>
                        <a:pt x="896" y="1346"/>
                        <a:pt x="911" y="1343"/>
                        <a:pt x="921" y="1343"/>
                      </a:cubicBezTo>
                      <a:cubicBezTo>
                        <a:pt x="950" y="1343"/>
                        <a:pt x="979" y="1365"/>
                        <a:pt x="979" y="1404"/>
                      </a:cubicBezTo>
                      <a:lnTo>
                        <a:pt x="979" y="1464"/>
                      </a:lnTo>
                      <a:cubicBezTo>
                        <a:pt x="979" y="1541"/>
                        <a:pt x="951" y="1614"/>
                        <a:pt x="902" y="1667"/>
                      </a:cubicBezTo>
                      <a:cubicBezTo>
                        <a:pt x="810" y="1767"/>
                        <a:pt x="697" y="1847"/>
                        <a:pt x="576" y="1899"/>
                      </a:cubicBezTo>
                      <a:cubicBezTo>
                        <a:pt x="567" y="1902"/>
                        <a:pt x="557" y="1904"/>
                        <a:pt x="548" y="1904"/>
                      </a:cubicBezTo>
                      <a:moveTo>
                        <a:pt x="1080" y="0"/>
                      </a:moveTo>
                      <a:lnTo>
                        <a:pt x="1047" y="57"/>
                      </a:lnTo>
                      <a:cubicBezTo>
                        <a:pt x="1040" y="70"/>
                        <a:pt x="1031" y="80"/>
                        <a:pt x="1020" y="89"/>
                      </a:cubicBezTo>
                      <a:cubicBezTo>
                        <a:pt x="727" y="312"/>
                        <a:pt x="380" y="431"/>
                        <a:pt x="18" y="431"/>
                      </a:cubicBezTo>
                      <a:lnTo>
                        <a:pt x="0" y="431"/>
                      </a:lnTo>
                      <a:lnTo>
                        <a:pt x="0" y="448"/>
                      </a:lnTo>
                      <a:lnTo>
                        <a:pt x="0" y="1693"/>
                      </a:lnTo>
                      <a:lnTo>
                        <a:pt x="0" y="1710"/>
                      </a:lnTo>
                      <a:lnTo>
                        <a:pt x="18" y="1710"/>
                      </a:lnTo>
                      <a:lnTo>
                        <a:pt x="304" y="1710"/>
                      </a:lnTo>
                      <a:cubicBezTo>
                        <a:pt x="313" y="1710"/>
                        <a:pt x="320" y="1718"/>
                        <a:pt x="320" y="1728"/>
                      </a:cubicBezTo>
                      <a:cubicBezTo>
                        <a:pt x="320" y="1737"/>
                        <a:pt x="313" y="1745"/>
                        <a:pt x="304" y="1745"/>
                      </a:cubicBezTo>
                      <a:lnTo>
                        <a:pt x="18" y="1745"/>
                      </a:lnTo>
                      <a:lnTo>
                        <a:pt x="0" y="1745"/>
                      </a:lnTo>
                      <a:lnTo>
                        <a:pt x="0" y="1763"/>
                      </a:lnTo>
                      <a:lnTo>
                        <a:pt x="0" y="1815"/>
                      </a:lnTo>
                      <a:lnTo>
                        <a:pt x="0" y="1833"/>
                      </a:lnTo>
                      <a:lnTo>
                        <a:pt x="18" y="1833"/>
                      </a:lnTo>
                      <a:lnTo>
                        <a:pt x="304" y="1833"/>
                      </a:lnTo>
                      <a:cubicBezTo>
                        <a:pt x="313" y="1833"/>
                        <a:pt x="320" y="1841"/>
                        <a:pt x="320" y="1850"/>
                      </a:cubicBezTo>
                      <a:cubicBezTo>
                        <a:pt x="320" y="1859"/>
                        <a:pt x="313" y="1867"/>
                        <a:pt x="304" y="1867"/>
                      </a:cubicBezTo>
                      <a:lnTo>
                        <a:pt x="18" y="1867"/>
                      </a:lnTo>
                      <a:lnTo>
                        <a:pt x="0" y="1867"/>
                      </a:lnTo>
                      <a:lnTo>
                        <a:pt x="0" y="1885"/>
                      </a:lnTo>
                      <a:lnTo>
                        <a:pt x="0" y="1937"/>
                      </a:lnTo>
                      <a:lnTo>
                        <a:pt x="0" y="1955"/>
                      </a:lnTo>
                      <a:lnTo>
                        <a:pt x="18" y="1955"/>
                      </a:lnTo>
                      <a:lnTo>
                        <a:pt x="304" y="1955"/>
                      </a:lnTo>
                      <a:cubicBezTo>
                        <a:pt x="313" y="1955"/>
                        <a:pt x="320" y="1963"/>
                        <a:pt x="320" y="1972"/>
                      </a:cubicBezTo>
                      <a:cubicBezTo>
                        <a:pt x="320" y="1982"/>
                        <a:pt x="313" y="1990"/>
                        <a:pt x="304" y="1990"/>
                      </a:cubicBezTo>
                      <a:lnTo>
                        <a:pt x="18" y="1990"/>
                      </a:lnTo>
                      <a:lnTo>
                        <a:pt x="0" y="1990"/>
                      </a:lnTo>
                      <a:lnTo>
                        <a:pt x="0" y="2007"/>
                      </a:lnTo>
                      <a:lnTo>
                        <a:pt x="0" y="2124"/>
                      </a:lnTo>
                      <a:lnTo>
                        <a:pt x="0" y="2141"/>
                      </a:lnTo>
                      <a:lnTo>
                        <a:pt x="18" y="2141"/>
                      </a:lnTo>
                      <a:lnTo>
                        <a:pt x="240" y="2141"/>
                      </a:lnTo>
                      <a:cubicBezTo>
                        <a:pt x="567" y="2141"/>
                        <a:pt x="873" y="1987"/>
                        <a:pt x="1077" y="1718"/>
                      </a:cubicBezTo>
                      <a:lnTo>
                        <a:pt x="1086" y="1706"/>
                      </a:lnTo>
                      <a:lnTo>
                        <a:pt x="1080" y="1700"/>
                      </a:lnTo>
                      <a:lnTo>
                        <a:pt x="1080" y="66"/>
                      </a:lnTo>
                      <a:lnTo>
                        <a:pt x="1080" y="0"/>
                      </a:lnTo>
                      <a:moveTo>
                        <a:pt x="548" y="1922"/>
                      </a:moveTo>
                      <a:cubicBezTo>
                        <a:pt x="559" y="1922"/>
                        <a:pt x="571" y="1920"/>
                        <a:pt x="582" y="1915"/>
                      </a:cubicBezTo>
                      <a:cubicBezTo>
                        <a:pt x="709" y="1861"/>
                        <a:pt x="822" y="1781"/>
                        <a:pt x="915" y="1679"/>
                      </a:cubicBezTo>
                      <a:cubicBezTo>
                        <a:pt x="968" y="1622"/>
                        <a:pt x="996" y="1544"/>
                        <a:pt x="996" y="1464"/>
                      </a:cubicBezTo>
                      <a:lnTo>
                        <a:pt x="996" y="1404"/>
                      </a:lnTo>
                      <a:cubicBezTo>
                        <a:pt x="996" y="1356"/>
                        <a:pt x="960" y="1325"/>
                        <a:pt x="921" y="1325"/>
                      </a:cubicBezTo>
                      <a:cubicBezTo>
                        <a:pt x="903" y="1325"/>
                        <a:pt x="884" y="1332"/>
                        <a:pt x="869" y="1348"/>
                      </a:cubicBezTo>
                      <a:lnTo>
                        <a:pt x="482" y="1754"/>
                      </a:lnTo>
                      <a:cubicBezTo>
                        <a:pt x="465" y="1772"/>
                        <a:pt x="455" y="1797"/>
                        <a:pt x="455" y="1823"/>
                      </a:cubicBezTo>
                      <a:cubicBezTo>
                        <a:pt x="455" y="1879"/>
                        <a:pt x="499" y="1922"/>
                        <a:pt x="548" y="1922"/>
                      </a:cubicBezTo>
                      <a:moveTo>
                        <a:pt x="1063" y="66"/>
                      </a:moveTo>
                      <a:lnTo>
                        <a:pt x="1063" y="1707"/>
                      </a:lnTo>
                      <a:lnTo>
                        <a:pt x="1063" y="1707"/>
                      </a:lnTo>
                      <a:cubicBezTo>
                        <a:pt x="870" y="1961"/>
                        <a:pt x="573" y="2124"/>
                        <a:pt x="240" y="2124"/>
                      </a:cubicBezTo>
                      <a:lnTo>
                        <a:pt x="18" y="2124"/>
                      </a:lnTo>
                      <a:lnTo>
                        <a:pt x="18" y="2007"/>
                      </a:lnTo>
                      <a:lnTo>
                        <a:pt x="304" y="2007"/>
                      </a:lnTo>
                      <a:cubicBezTo>
                        <a:pt x="322" y="2007"/>
                        <a:pt x="337" y="1991"/>
                        <a:pt x="337" y="1972"/>
                      </a:cubicBezTo>
                      <a:cubicBezTo>
                        <a:pt x="337" y="1953"/>
                        <a:pt x="322" y="1937"/>
                        <a:pt x="304" y="1937"/>
                      </a:cubicBezTo>
                      <a:lnTo>
                        <a:pt x="18" y="1937"/>
                      </a:lnTo>
                      <a:lnTo>
                        <a:pt x="18" y="1885"/>
                      </a:lnTo>
                      <a:lnTo>
                        <a:pt x="304" y="1885"/>
                      </a:lnTo>
                      <a:cubicBezTo>
                        <a:pt x="322" y="1885"/>
                        <a:pt x="337" y="1869"/>
                        <a:pt x="337" y="1850"/>
                      </a:cubicBezTo>
                      <a:cubicBezTo>
                        <a:pt x="337" y="1831"/>
                        <a:pt x="322" y="1815"/>
                        <a:pt x="304" y="1815"/>
                      </a:cubicBezTo>
                      <a:lnTo>
                        <a:pt x="18" y="1815"/>
                      </a:lnTo>
                      <a:lnTo>
                        <a:pt x="18" y="1763"/>
                      </a:lnTo>
                      <a:lnTo>
                        <a:pt x="304" y="1763"/>
                      </a:lnTo>
                      <a:cubicBezTo>
                        <a:pt x="322" y="1763"/>
                        <a:pt x="337" y="1747"/>
                        <a:pt x="337" y="1728"/>
                      </a:cubicBezTo>
                      <a:cubicBezTo>
                        <a:pt x="337" y="1708"/>
                        <a:pt x="322" y="1693"/>
                        <a:pt x="304" y="1693"/>
                      </a:cubicBezTo>
                      <a:lnTo>
                        <a:pt x="18" y="1693"/>
                      </a:lnTo>
                      <a:lnTo>
                        <a:pt x="18" y="448"/>
                      </a:lnTo>
                      <a:cubicBezTo>
                        <a:pt x="396" y="448"/>
                        <a:pt x="746" y="320"/>
                        <a:pt x="1031" y="103"/>
                      </a:cubicBezTo>
                      <a:cubicBezTo>
                        <a:pt x="1044" y="92"/>
                        <a:pt x="1055" y="80"/>
                        <a:pt x="1063" y="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8" name="Google Shape;88;p2"/>
              <p:cNvSpPr/>
              <p:nvPr/>
            </p:nvSpPr>
            <p:spPr>
              <a:xfrm rot="1800091">
                <a:off x="8392444" y="2478445"/>
                <a:ext cx="218038" cy="677098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2"/>
              <p:cNvSpPr/>
              <p:nvPr/>
            </p:nvSpPr>
            <p:spPr>
              <a:xfrm rot="1800091">
                <a:off x="7978004" y="3121687"/>
                <a:ext cx="218038" cy="826189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2"/>
              <p:cNvSpPr/>
              <p:nvPr/>
            </p:nvSpPr>
            <p:spPr>
              <a:xfrm rot="1800091">
                <a:off x="6690879" y="3298982"/>
                <a:ext cx="1246355" cy="618758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050" extrusionOk="0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 rot="1800091">
                <a:off x="6882313" y="2489052"/>
                <a:ext cx="218038" cy="826189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 rot="1800091">
                <a:off x="7296752" y="1845810"/>
                <a:ext cx="218038" cy="677098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 rot="1800091">
                <a:off x="7584326" y="1950493"/>
                <a:ext cx="1143229" cy="398362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676" extrusionOk="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 rot="1800091">
                <a:off x="7677178" y="1534212"/>
                <a:ext cx="239253" cy="231003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92" extrusionOk="0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 rot="1800091">
                <a:off x="8648819" y="2095391"/>
                <a:ext cx="239842" cy="231003"/>
              </a:xfrm>
              <a:custGeom>
                <a:avLst/>
                <a:gdLst/>
                <a:ahLst/>
                <a:cxnLst/>
                <a:rect l="l" t="t" r="r" b="b"/>
                <a:pathLst>
                  <a:path w="407" h="392" extrusionOk="0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 rot="1800091">
                <a:off x="7359871" y="2101937"/>
                <a:ext cx="418987" cy="1254016"/>
              </a:xfrm>
              <a:custGeom>
                <a:avLst/>
                <a:gdLst/>
                <a:ahLst/>
                <a:cxnLst/>
                <a:rect l="l" t="t" r="r" b="b"/>
                <a:pathLst>
                  <a:path w="711" h="2128" extrusionOk="0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 rot="1800091">
                <a:off x="7737872" y="2320869"/>
                <a:ext cx="421345" cy="1254016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128" extrusionOk="0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 rot="1800091">
                <a:off x="6662900" y="1509406"/>
                <a:ext cx="1830934" cy="3282362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5570" extrusionOk="0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 rot="1800091">
                <a:off x="6352507" y="3446666"/>
                <a:ext cx="631133" cy="1262266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142" extrusionOk="0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 rot="1800091">
                <a:off x="6911606" y="3772668"/>
                <a:ext cx="639972" cy="1261676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2141" extrusionOk="0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2"/>
              <p:cNvSpPr/>
              <p:nvPr/>
            </p:nvSpPr>
            <p:spPr>
              <a:xfrm rot="1799864">
                <a:off x="8234349" y="2618812"/>
                <a:ext cx="178580" cy="55456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 rot="1799864">
                <a:off x="7894950" y="3145668"/>
                <a:ext cx="178580" cy="67667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 rot="1799864">
                <a:off x="6840760" y="3290919"/>
                <a:ext cx="1020801" cy="506780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050" extrusionOk="0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 rot="1799864">
                <a:off x="6997512" y="2627580"/>
                <a:ext cx="178580" cy="67667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 rot="1799864">
                <a:off x="7336912" y="2100724"/>
                <a:ext cx="178580" cy="55456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 rot="1799864">
                <a:off x="7572441" y="2186421"/>
                <a:ext cx="936337" cy="326270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676" extrusionOk="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 rot="1799864">
                <a:off x="7648463" y="1845494"/>
                <a:ext cx="195955" cy="189198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92" extrusionOk="0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 rot="1799864">
                <a:off x="8444295" y="2305065"/>
                <a:ext cx="196438" cy="189198"/>
              </a:xfrm>
              <a:custGeom>
                <a:avLst/>
                <a:gdLst/>
                <a:ahLst/>
                <a:cxnLst/>
                <a:rect l="l" t="t" r="r" b="b"/>
                <a:pathLst>
                  <a:path w="407" h="392" extrusionOk="0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 rot="1799864">
                <a:off x="7388637" y="2310490"/>
                <a:ext cx="343163" cy="10270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2128" extrusionOk="0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 rot="1799864">
                <a:off x="7698243" y="2489782"/>
                <a:ext cx="345093" cy="1027075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128" extrusionOk="0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 rot="1799864">
                <a:off x="6817821" y="1825189"/>
                <a:ext cx="1499587" cy="2688350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5570" extrusionOk="0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 rot="1799864">
                <a:off x="6563648" y="3411911"/>
                <a:ext cx="516916" cy="1033832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142" extrusionOk="0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 rot="1799864">
                <a:off x="7021584" y="3678886"/>
                <a:ext cx="524156" cy="1033349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2141" extrusionOk="0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3"/>
          <p:cNvGrpSpPr/>
          <p:nvPr/>
        </p:nvGrpSpPr>
        <p:grpSpPr>
          <a:xfrm>
            <a:off x="-236002" y="-1778325"/>
            <a:ext cx="11057449" cy="8446200"/>
            <a:chOff x="-236002" y="-1778325"/>
            <a:chExt cx="11057449" cy="8446200"/>
          </a:xfrm>
        </p:grpSpPr>
        <p:pic>
          <p:nvPicPr>
            <p:cNvPr id="116" name="Google Shape;116;p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3294" y="-1778325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flipH="1">
              <a:off x="-236002" y="3047625"/>
              <a:ext cx="9450898" cy="3620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" name="Google Shape;118;p3"/>
          <p:cNvGrpSpPr/>
          <p:nvPr/>
        </p:nvGrpSpPr>
        <p:grpSpPr>
          <a:xfrm rot="5400000">
            <a:off x="8228452" y="1435562"/>
            <a:ext cx="469800" cy="65160"/>
            <a:chOff x="9146520" y="317880"/>
            <a:chExt cx="469800" cy="65160"/>
          </a:xfrm>
        </p:grpSpPr>
        <p:sp>
          <p:nvSpPr>
            <p:cNvPr id="119" name="Google Shape;119;p3"/>
            <p:cNvSpPr/>
            <p:nvPr/>
          </p:nvSpPr>
          <p:spPr>
            <a:xfrm>
              <a:off x="9146520" y="317880"/>
              <a:ext cx="65160" cy="65160"/>
            </a:xfrm>
            <a:custGeom>
              <a:avLst/>
              <a:gdLst/>
              <a:ahLst/>
              <a:cxnLst/>
              <a:rect l="l" t="t" r="r" b="b"/>
              <a:pathLst>
                <a:path w="181" h="181" extrusionOk="0">
                  <a:moveTo>
                    <a:pt x="181" y="91"/>
                  </a:moveTo>
                  <a:cubicBezTo>
                    <a:pt x="181" y="141"/>
                    <a:pt x="141" y="181"/>
                    <a:pt x="91" y="181"/>
                  </a:cubicBezTo>
                  <a:cubicBezTo>
                    <a:pt x="40" y="181"/>
                    <a:pt x="0" y="141"/>
                    <a:pt x="0" y="91"/>
                  </a:cubicBezTo>
                  <a:cubicBezTo>
                    <a:pt x="0" y="40"/>
                    <a:pt x="40" y="0"/>
                    <a:pt x="91" y="0"/>
                  </a:cubicBezTo>
                  <a:cubicBezTo>
                    <a:pt x="141" y="0"/>
                    <a:pt x="181" y="40"/>
                    <a:pt x="181" y="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20150" rIns="90000" bIns="20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9348840" y="317880"/>
              <a:ext cx="65160" cy="65160"/>
            </a:xfrm>
            <a:custGeom>
              <a:avLst/>
              <a:gdLst/>
              <a:ahLst/>
              <a:cxnLst/>
              <a:rect l="l" t="t" r="r" b="b"/>
              <a:pathLst>
                <a:path w="181" h="181" extrusionOk="0">
                  <a:moveTo>
                    <a:pt x="181" y="91"/>
                  </a:moveTo>
                  <a:cubicBezTo>
                    <a:pt x="181" y="141"/>
                    <a:pt x="141" y="181"/>
                    <a:pt x="90" y="181"/>
                  </a:cubicBezTo>
                  <a:cubicBezTo>
                    <a:pt x="40" y="181"/>
                    <a:pt x="0" y="141"/>
                    <a:pt x="0" y="91"/>
                  </a:cubicBezTo>
                  <a:cubicBezTo>
                    <a:pt x="0" y="40"/>
                    <a:pt x="40" y="0"/>
                    <a:pt x="90" y="0"/>
                  </a:cubicBezTo>
                  <a:cubicBezTo>
                    <a:pt x="141" y="0"/>
                    <a:pt x="181" y="40"/>
                    <a:pt x="181" y="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20150" rIns="90000" bIns="20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9551160" y="317880"/>
              <a:ext cx="65160" cy="65160"/>
            </a:xfrm>
            <a:custGeom>
              <a:avLst/>
              <a:gdLst/>
              <a:ahLst/>
              <a:cxnLst/>
              <a:rect l="l" t="t" r="r" b="b"/>
              <a:pathLst>
                <a:path w="181" h="181" extrusionOk="0">
                  <a:moveTo>
                    <a:pt x="181" y="91"/>
                  </a:moveTo>
                  <a:cubicBezTo>
                    <a:pt x="181" y="141"/>
                    <a:pt x="141" y="181"/>
                    <a:pt x="90" y="181"/>
                  </a:cubicBezTo>
                  <a:cubicBezTo>
                    <a:pt x="40" y="181"/>
                    <a:pt x="0" y="141"/>
                    <a:pt x="0" y="91"/>
                  </a:cubicBezTo>
                  <a:cubicBezTo>
                    <a:pt x="0" y="40"/>
                    <a:pt x="40" y="0"/>
                    <a:pt x="90" y="0"/>
                  </a:cubicBezTo>
                  <a:cubicBezTo>
                    <a:pt x="141" y="0"/>
                    <a:pt x="181" y="40"/>
                    <a:pt x="181" y="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20150" rIns="90000" bIns="20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3"/>
          <p:cNvSpPr txBox="1">
            <a:spLocks noGrp="1"/>
          </p:cNvSpPr>
          <p:nvPr>
            <p:ph type="title"/>
          </p:nvPr>
        </p:nvSpPr>
        <p:spPr>
          <a:xfrm>
            <a:off x="5058775" y="2831700"/>
            <a:ext cx="3372000" cy="14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3" name="Google Shape;123;p3"/>
          <p:cNvSpPr txBox="1">
            <a:spLocks noGrp="1"/>
          </p:cNvSpPr>
          <p:nvPr>
            <p:ph type="title" idx="2" hasCustomPrompt="1"/>
          </p:nvPr>
        </p:nvSpPr>
        <p:spPr>
          <a:xfrm>
            <a:off x="6956275" y="883500"/>
            <a:ext cx="1474500" cy="1093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p3"/>
          <p:cNvSpPr>
            <a:spLocks noGrp="1"/>
          </p:cNvSpPr>
          <p:nvPr>
            <p:ph type="pic" idx="3"/>
          </p:nvPr>
        </p:nvSpPr>
        <p:spPr>
          <a:xfrm>
            <a:off x="0" y="0"/>
            <a:ext cx="41247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FI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4"/>
          <p:cNvGrpSpPr/>
          <p:nvPr/>
        </p:nvGrpSpPr>
        <p:grpSpPr>
          <a:xfrm>
            <a:off x="2188782" y="-2920335"/>
            <a:ext cx="10710622" cy="11362112"/>
            <a:chOff x="2188782" y="-2920335"/>
            <a:chExt cx="10710622" cy="11362112"/>
          </a:xfrm>
        </p:grpSpPr>
        <p:pic>
          <p:nvPicPr>
            <p:cNvPr id="127" name="Google Shape;127;p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9900000" flipH="1">
              <a:off x="3141025" y="-1758976"/>
              <a:ext cx="9450900" cy="36202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9899999">
              <a:off x="2514773" y="3370148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9" name="Google Shape;129;p4"/>
          <p:cNvGrpSpPr/>
          <p:nvPr/>
        </p:nvGrpSpPr>
        <p:grpSpPr>
          <a:xfrm rot="-5400000">
            <a:off x="445742" y="2449859"/>
            <a:ext cx="469800" cy="65160"/>
            <a:chOff x="9146520" y="317880"/>
            <a:chExt cx="469800" cy="65160"/>
          </a:xfrm>
        </p:grpSpPr>
        <p:sp>
          <p:nvSpPr>
            <p:cNvPr id="130" name="Google Shape;130;p4"/>
            <p:cNvSpPr/>
            <p:nvPr/>
          </p:nvSpPr>
          <p:spPr>
            <a:xfrm>
              <a:off x="9146520" y="317880"/>
              <a:ext cx="65160" cy="65160"/>
            </a:xfrm>
            <a:custGeom>
              <a:avLst/>
              <a:gdLst/>
              <a:ahLst/>
              <a:cxnLst/>
              <a:rect l="l" t="t" r="r" b="b"/>
              <a:pathLst>
                <a:path w="181" h="181" extrusionOk="0">
                  <a:moveTo>
                    <a:pt x="181" y="91"/>
                  </a:moveTo>
                  <a:cubicBezTo>
                    <a:pt x="181" y="141"/>
                    <a:pt x="141" y="181"/>
                    <a:pt x="91" y="181"/>
                  </a:cubicBezTo>
                  <a:cubicBezTo>
                    <a:pt x="40" y="181"/>
                    <a:pt x="0" y="141"/>
                    <a:pt x="0" y="91"/>
                  </a:cubicBezTo>
                  <a:cubicBezTo>
                    <a:pt x="0" y="40"/>
                    <a:pt x="40" y="0"/>
                    <a:pt x="91" y="0"/>
                  </a:cubicBezTo>
                  <a:cubicBezTo>
                    <a:pt x="141" y="0"/>
                    <a:pt x="181" y="40"/>
                    <a:pt x="181" y="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20150" rIns="90000" bIns="20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"/>
            <p:cNvSpPr/>
            <p:nvPr/>
          </p:nvSpPr>
          <p:spPr>
            <a:xfrm>
              <a:off x="9348840" y="317880"/>
              <a:ext cx="65160" cy="65160"/>
            </a:xfrm>
            <a:custGeom>
              <a:avLst/>
              <a:gdLst/>
              <a:ahLst/>
              <a:cxnLst/>
              <a:rect l="l" t="t" r="r" b="b"/>
              <a:pathLst>
                <a:path w="181" h="181" extrusionOk="0">
                  <a:moveTo>
                    <a:pt x="181" y="91"/>
                  </a:moveTo>
                  <a:cubicBezTo>
                    <a:pt x="181" y="141"/>
                    <a:pt x="141" y="181"/>
                    <a:pt x="90" y="181"/>
                  </a:cubicBezTo>
                  <a:cubicBezTo>
                    <a:pt x="40" y="181"/>
                    <a:pt x="0" y="141"/>
                    <a:pt x="0" y="91"/>
                  </a:cubicBezTo>
                  <a:cubicBezTo>
                    <a:pt x="0" y="40"/>
                    <a:pt x="40" y="0"/>
                    <a:pt x="90" y="0"/>
                  </a:cubicBezTo>
                  <a:cubicBezTo>
                    <a:pt x="141" y="0"/>
                    <a:pt x="181" y="40"/>
                    <a:pt x="181" y="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20150" rIns="90000" bIns="20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>
              <a:off x="9551160" y="317880"/>
              <a:ext cx="65160" cy="65160"/>
            </a:xfrm>
            <a:custGeom>
              <a:avLst/>
              <a:gdLst/>
              <a:ahLst/>
              <a:cxnLst/>
              <a:rect l="l" t="t" r="r" b="b"/>
              <a:pathLst>
                <a:path w="181" h="181" extrusionOk="0">
                  <a:moveTo>
                    <a:pt x="181" y="91"/>
                  </a:moveTo>
                  <a:cubicBezTo>
                    <a:pt x="181" y="141"/>
                    <a:pt x="141" y="181"/>
                    <a:pt x="90" y="181"/>
                  </a:cubicBezTo>
                  <a:cubicBezTo>
                    <a:pt x="40" y="181"/>
                    <a:pt x="0" y="141"/>
                    <a:pt x="0" y="91"/>
                  </a:cubicBezTo>
                  <a:cubicBezTo>
                    <a:pt x="0" y="40"/>
                    <a:pt x="40" y="0"/>
                    <a:pt x="90" y="0"/>
                  </a:cubicBezTo>
                  <a:cubicBezTo>
                    <a:pt x="141" y="0"/>
                    <a:pt x="181" y="40"/>
                    <a:pt x="181" y="9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0000" tIns="20150" rIns="90000" bIns="2015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" name="Google Shape;133;p4"/>
          <p:cNvSpPr txBox="1">
            <a:spLocks noGrp="1"/>
          </p:cNvSpPr>
          <p:nvPr>
            <p:ph type="subTitle" idx="1"/>
          </p:nvPr>
        </p:nvSpPr>
        <p:spPr>
          <a:xfrm>
            <a:off x="3483550" y="2162163"/>
            <a:ext cx="4940100" cy="17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134" name="Google Shape;134;p4"/>
          <p:cNvSpPr txBox="1">
            <a:spLocks noGrp="1"/>
          </p:cNvSpPr>
          <p:nvPr>
            <p:ph type="title"/>
          </p:nvPr>
        </p:nvSpPr>
        <p:spPr>
          <a:xfrm>
            <a:off x="3483475" y="1240438"/>
            <a:ext cx="4940100" cy="6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7"/>
          <p:cNvGrpSpPr/>
          <p:nvPr/>
        </p:nvGrpSpPr>
        <p:grpSpPr>
          <a:xfrm>
            <a:off x="-1049350" y="-1702125"/>
            <a:ext cx="10612902" cy="8036699"/>
            <a:chOff x="-1049350" y="-1702125"/>
            <a:chExt cx="10612902" cy="8036699"/>
          </a:xfrm>
        </p:grpSpPr>
        <p:pic>
          <p:nvPicPr>
            <p:cNvPr id="204" name="Google Shape;204;p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-464602" y="-1702125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049350" y="3936924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7"/>
          <p:cNvSpPr txBox="1">
            <a:spLocks noGrp="1"/>
          </p:cNvSpPr>
          <p:nvPr>
            <p:ph type="title"/>
          </p:nvPr>
        </p:nvSpPr>
        <p:spPr>
          <a:xfrm>
            <a:off x="713225" y="765600"/>
            <a:ext cx="3811500" cy="10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7"/>
          <p:cNvSpPr txBox="1">
            <a:spLocks noGrp="1"/>
          </p:cNvSpPr>
          <p:nvPr>
            <p:ph type="subTitle" idx="1"/>
          </p:nvPr>
        </p:nvSpPr>
        <p:spPr>
          <a:xfrm>
            <a:off x="713225" y="1853100"/>
            <a:ext cx="3811500" cy="2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08" name="Google Shape;208;p7"/>
          <p:cNvSpPr>
            <a:spLocks noGrp="1"/>
          </p:cNvSpPr>
          <p:nvPr>
            <p:ph type="pic" idx="2"/>
          </p:nvPr>
        </p:nvSpPr>
        <p:spPr>
          <a:xfrm>
            <a:off x="5019325" y="0"/>
            <a:ext cx="41247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FI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10"/>
          <p:cNvSpPr txBox="1">
            <a:spLocks noGrp="1"/>
          </p:cNvSpPr>
          <p:nvPr>
            <p:ph type="title"/>
          </p:nvPr>
        </p:nvSpPr>
        <p:spPr>
          <a:xfrm>
            <a:off x="1948800" y="4014450"/>
            <a:ext cx="5246400" cy="441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928200"/>
            <a:ext cx="4548600" cy="12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19" name="Google Shape;219;p11"/>
          <p:cNvSpPr txBox="1">
            <a:spLocks noGrp="1"/>
          </p:cNvSpPr>
          <p:nvPr>
            <p:ph type="subTitle" idx="1"/>
          </p:nvPr>
        </p:nvSpPr>
        <p:spPr>
          <a:xfrm>
            <a:off x="713225" y="3324475"/>
            <a:ext cx="45486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20" name="Google Shape;220;p11"/>
          <p:cNvGrpSpPr/>
          <p:nvPr/>
        </p:nvGrpSpPr>
        <p:grpSpPr>
          <a:xfrm>
            <a:off x="143958" y="-1175150"/>
            <a:ext cx="8585418" cy="6394300"/>
            <a:chOff x="143958" y="-1175150"/>
            <a:chExt cx="8585418" cy="6394300"/>
          </a:xfrm>
        </p:grpSpPr>
        <p:pic>
          <p:nvPicPr>
            <p:cNvPr id="221" name="Google Shape;221;p1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5157825" y="-228050"/>
              <a:ext cx="3571551" cy="544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2" name="Google Shape;222;p1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43958" y="-1175150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23" name="Google Shape;223;p11"/>
            <p:cNvGrpSpPr/>
            <p:nvPr/>
          </p:nvGrpSpPr>
          <p:grpSpPr>
            <a:xfrm>
              <a:off x="713223" y="4603991"/>
              <a:ext cx="469800" cy="65160"/>
              <a:chOff x="9146520" y="317880"/>
              <a:chExt cx="469800" cy="65160"/>
            </a:xfrm>
          </p:grpSpPr>
          <p:sp>
            <p:nvSpPr>
              <p:cNvPr id="224" name="Google Shape;224;p11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7" name="Google Shape;227;p11"/>
          <p:cNvGrpSpPr/>
          <p:nvPr/>
        </p:nvGrpSpPr>
        <p:grpSpPr>
          <a:xfrm>
            <a:off x="6250149" y="76209"/>
            <a:ext cx="2333607" cy="4628276"/>
            <a:chOff x="6250149" y="76209"/>
            <a:chExt cx="2333607" cy="4628276"/>
          </a:xfrm>
        </p:grpSpPr>
        <p:grpSp>
          <p:nvGrpSpPr>
            <p:cNvPr id="228" name="Google Shape;228;p11"/>
            <p:cNvGrpSpPr/>
            <p:nvPr/>
          </p:nvGrpSpPr>
          <p:grpSpPr>
            <a:xfrm>
              <a:off x="6250149" y="76209"/>
              <a:ext cx="1896182" cy="2171165"/>
              <a:chOff x="6070174" y="354509"/>
              <a:chExt cx="1896182" cy="2171165"/>
            </a:xfrm>
          </p:grpSpPr>
          <p:grpSp>
            <p:nvGrpSpPr>
              <p:cNvPr id="229" name="Google Shape;229;p11"/>
              <p:cNvGrpSpPr/>
              <p:nvPr/>
            </p:nvGrpSpPr>
            <p:grpSpPr>
              <a:xfrm rot="-1800044">
                <a:off x="6461717" y="507892"/>
                <a:ext cx="1113096" cy="1864399"/>
                <a:chOff x="4472640" y="2678040"/>
                <a:chExt cx="1113120" cy="1864440"/>
              </a:xfrm>
            </p:grpSpPr>
            <p:sp>
              <p:nvSpPr>
                <p:cNvPr id="230" name="Google Shape;230;p11"/>
                <p:cNvSpPr/>
                <p:nvPr/>
              </p:nvSpPr>
              <p:spPr>
                <a:xfrm>
                  <a:off x="5290200" y="2775600"/>
                  <a:ext cx="148680" cy="181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" h="503" extrusionOk="0">
                      <a:moveTo>
                        <a:pt x="108" y="0"/>
                      </a:moveTo>
                      <a:lnTo>
                        <a:pt x="108" y="0"/>
                      </a:lnTo>
                      <a:cubicBezTo>
                        <a:pt x="79" y="0"/>
                        <a:pt x="51" y="11"/>
                        <a:pt x="31" y="31"/>
                      </a:cubicBezTo>
                      <a:cubicBezTo>
                        <a:pt x="11" y="52"/>
                        <a:pt x="0" y="79"/>
                        <a:pt x="0" y="108"/>
                      </a:cubicBezTo>
                      <a:lnTo>
                        <a:pt x="0" y="148"/>
                      </a:lnTo>
                      <a:cubicBezTo>
                        <a:pt x="0" y="176"/>
                        <a:pt x="11" y="204"/>
                        <a:pt x="31" y="224"/>
                      </a:cubicBezTo>
                      <a:lnTo>
                        <a:pt x="289" y="481"/>
                      </a:lnTo>
                      <a:cubicBezTo>
                        <a:pt x="303" y="495"/>
                        <a:pt x="321" y="503"/>
                        <a:pt x="340" y="503"/>
                      </a:cubicBezTo>
                      <a:cubicBezTo>
                        <a:pt x="358" y="503"/>
                        <a:pt x="377" y="496"/>
                        <a:pt x="390" y="483"/>
                      </a:cubicBezTo>
                      <a:cubicBezTo>
                        <a:pt x="405" y="469"/>
                        <a:pt x="413" y="450"/>
                        <a:pt x="413" y="430"/>
                      </a:cubicBezTo>
                      <a:lnTo>
                        <a:pt x="413" y="344"/>
                      </a:lnTo>
                      <a:cubicBezTo>
                        <a:pt x="413" y="176"/>
                        <a:pt x="293" y="32"/>
                        <a:pt x="128" y="1"/>
                      </a:cubicBezTo>
                      <a:cubicBezTo>
                        <a:pt x="122" y="0"/>
                        <a:pt x="115" y="0"/>
                        <a:pt x="108" y="0"/>
                      </a:cubicBezTo>
                      <a:moveTo>
                        <a:pt x="108" y="17"/>
                      </a:moveTo>
                      <a:cubicBezTo>
                        <a:pt x="114" y="17"/>
                        <a:pt x="119" y="18"/>
                        <a:pt x="125" y="19"/>
                      </a:cubicBezTo>
                      <a:cubicBezTo>
                        <a:pt x="279" y="47"/>
                        <a:pt x="395" y="182"/>
                        <a:pt x="395" y="344"/>
                      </a:cubicBezTo>
                      <a:lnTo>
                        <a:pt x="395" y="430"/>
                      </a:lnTo>
                      <a:cubicBezTo>
                        <a:pt x="395" y="463"/>
                        <a:pt x="368" y="485"/>
                        <a:pt x="340" y="485"/>
                      </a:cubicBezTo>
                      <a:cubicBezTo>
                        <a:pt x="326" y="485"/>
                        <a:pt x="313" y="480"/>
                        <a:pt x="301" y="469"/>
                      </a:cubicBezTo>
                      <a:lnTo>
                        <a:pt x="44" y="211"/>
                      </a:lnTo>
                      <a:cubicBezTo>
                        <a:pt x="27" y="194"/>
                        <a:pt x="17" y="172"/>
                        <a:pt x="17" y="148"/>
                      </a:cubicBezTo>
                      <a:lnTo>
                        <a:pt x="17" y="108"/>
                      </a:lnTo>
                      <a:cubicBezTo>
                        <a:pt x="17" y="84"/>
                        <a:pt x="27" y="61"/>
                        <a:pt x="44" y="44"/>
                      </a:cubicBezTo>
                      <a:cubicBezTo>
                        <a:pt x="61" y="27"/>
                        <a:pt x="84" y="17"/>
                        <a:pt x="108" y="17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1" name="Google Shape;231;p11"/>
                <p:cNvSpPr/>
                <p:nvPr/>
              </p:nvSpPr>
              <p:spPr>
                <a:xfrm>
                  <a:off x="4623480" y="2775960"/>
                  <a:ext cx="148680" cy="181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" h="503" extrusionOk="0">
                      <a:moveTo>
                        <a:pt x="305" y="0"/>
                      </a:moveTo>
                      <a:lnTo>
                        <a:pt x="305" y="0"/>
                      </a:lnTo>
                      <a:cubicBezTo>
                        <a:pt x="298" y="0"/>
                        <a:pt x="291" y="0"/>
                        <a:pt x="284" y="2"/>
                      </a:cubicBezTo>
                      <a:cubicBezTo>
                        <a:pt x="119" y="32"/>
                        <a:pt x="0" y="176"/>
                        <a:pt x="0" y="344"/>
                      </a:cubicBezTo>
                      <a:lnTo>
                        <a:pt x="0" y="430"/>
                      </a:lnTo>
                      <a:cubicBezTo>
                        <a:pt x="0" y="476"/>
                        <a:pt x="37" y="503"/>
                        <a:pt x="73" y="503"/>
                      </a:cubicBezTo>
                      <a:cubicBezTo>
                        <a:pt x="92" y="503"/>
                        <a:pt x="110" y="495"/>
                        <a:pt x="124" y="481"/>
                      </a:cubicBezTo>
                      <a:lnTo>
                        <a:pt x="381" y="224"/>
                      </a:lnTo>
                      <a:cubicBezTo>
                        <a:pt x="401" y="203"/>
                        <a:pt x="413" y="176"/>
                        <a:pt x="413" y="148"/>
                      </a:cubicBezTo>
                      <a:lnTo>
                        <a:pt x="413" y="108"/>
                      </a:lnTo>
                      <a:cubicBezTo>
                        <a:pt x="413" y="79"/>
                        <a:pt x="401" y="51"/>
                        <a:pt x="381" y="31"/>
                      </a:cubicBezTo>
                      <a:cubicBezTo>
                        <a:pt x="361" y="11"/>
                        <a:pt x="334" y="0"/>
                        <a:pt x="305" y="0"/>
                      </a:cubicBezTo>
                      <a:moveTo>
                        <a:pt x="305" y="17"/>
                      </a:moveTo>
                      <a:cubicBezTo>
                        <a:pt x="329" y="17"/>
                        <a:pt x="351" y="27"/>
                        <a:pt x="369" y="44"/>
                      </a:cubicBezTo>
                      <a:cubicBezTo>
                        <a:pt x="385" y="61"/>
                        <a:pt x="395" y="84"/>
                        <a:pt x="395" y="108"/>
                      </a:cubicBezTo>
                      <a:lnTo>
                        <a:pt x="395" y="148"/>
                      </a:lnTo>
                      <a:cubicBezTo>
                        <a:pt x="395" y="171"/>
                        <a:pt x="385" y="194"/>
                        <a:pt x="369" y="211"/>
                      </a:cubicBezTo>
                      <a:lnTo>
                        <a:pt x="111" y="469"/>
                      </a:lnTo>
                      <a:cubicBezTo>
                        <a:pt x="100" y="480"/>
                        <a:pt x="86" y="485"/>
                        <a:pt x="73" y="485"/>
                      </a:cubicBezTo>
                      <a:cubicBezTo>
                        <a:pt x="45" y="485"/>
                        <a:pt x="18" y="463"/>
                        <a:pt x="18" y="430"/>
                      </a:cubicBezTo>
                      <a:lnTo>
                        <a:pt x="18" y="344"/>
                      </a:lnTo>
                      <a:cubicBezTo>
                        <a:pt x="17" y="182"/>
                        <a:pt x="134" y="47"/>
                        <a:pt x="287" y="19"/>
                      </a:cubicBezTo>
                      <a:cubicBezTo>
                        <a:pt x="293" y="18"/>
                        <a:pt x="299" y="17"/>
                        <a:pt x="305" y="17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2" name="Google Shape;232;p11"/>
                <p:cNvSpPr/>
                <p:nvPr/>
              </p:nvSpPr>
              <p:spPr>
                <a:xfrm>
                  <a:off x="4784760" y="3699000"/>
                  <a:ext cx="493560" cy="24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" h="685" extrusionOk="0">
                      <a:moveTo>
                        <a:pt x="1362" y="0"/>
                      </a:moveTo>
                      <a:lnTo>
                        <a:pt x="1344" y="0"/>
                      </a:lnTo>
                      <a:lnTo>
                        <a:pt x="26" y="0"/>
                      </a:lnTo>
                      <a:lnTo>
                        <a:pt x="9" y="0"/>
                      </a:lnTo>
                      <a:lnTo>
                        <a:pt x="9" y="17"/>
                      </a:lnTo>
                      <a:lnTo>
                        <a:pt x="0" y="595"/>
                      </a:lnTo>
                      <a:lnTo>
                        <a:pt x="0" y="609"/>
                      </a:lnTo>
                      <a:lnTo>
                        <a:pt x="13" y="613"/>
                      </a:lnTo>
                      <a:cubicBezTo>
                        <a:pt x="16" y="613"/>
                        <a:pt x="300" y="685"/>
                        <a:pt x="680" y="685"/>
                      </a:cubicBezTo>
                      <a:lnTo>
                        <a:pt x="684" y="685"/>
                      </a:lnTo>
                      <a:cubicBezTo>
                        <a:pt x="1067" y="684"/>
                        <a:pt x="1354" y="613"/>
                        <a:pt x="1357" y="613"/>
                      </a:cubicBezTo>
                      <a:lnTo>
                        <a:pt x="1371" y="609"/>
                      </a:lnTo>
                      <a:lnTo>
                        <a:pt x="1370" y="595"/>
                      </a:lnTo>
                      <a:lnTo>
                        <a:pt x="1362" y="17"/>
                      </a:lnTo>
                      <a:lnTo>
                        <a:pt x="1362" y="0"/>
                      </a:lnTo>
                      <a:moveTo>
                        <a:pt x="1344" y="17"/>
                      </a:moveTo>
                      <a:lnTo>
                        <a:pt x="1353" y="595"/>
                      </a:lnTo>
                      <a:cubicBezTo>
                        <a:pt x="1353" y="595"/>
                        <a:pt x="1069" y="666"/>
                        <a:pt x="684" y="667"/>
                      </a:cubicBezTo>
                      <a:cubicBezTo>
                        <a:pt x="683" y="667"/>
                        <a:pt x="682" y="667"/>
                        <a:pt x="680" y="667"/>
                      </a:cubicBezTo>
                      <a:cubicBezTo>
                        <a:pt x="297" y="667"/>
                        <a:pt x="18" y="595"/>
                        <a:pt x="18" y="595"/>
                      </a:cubicBezTo>
                      <a:lnTo>
                        <a:pt x="26" y="17"/>
                      </a:lnTo>
                      <a:lnTo>
                        <a:pt x="1344" y="17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" name="Google Shape;233;p11"/>
                <p:cNvSpPr/>
                <p:nvPr/>
              </p:nvSpPr>
              <p:spPr>
                <a:xfrm>
                  <a:off x="4786920" y="3451680"/>
                  <a:ext cx="489600" cy="23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" h="642" extrusionOk="0">
                      <a:moveTo>
                        <a:pt x="1351" y="0"/>
                      </a:moveTo>
                      <a:lnTo>
                        <a:pt x="1333" y="0"/>
                      </a:lnTo>
                      <a:lnTo>
                        <a:pt x="27" y="1"/>
                      </a:lnTo>
                      <a:lnTo>
                        <a:pt x="10" y="1"/>
                      </a:lnTo>
                      <a:lnTo>
                        <a:pt x="9" y="18"/>
                      </a:lnTo>
                      <a:lnTo>
                        <a:pt x="0" y="624"/>
                      </a:lnTo>
                      <a:lnTo>
                        <a:pt x="0" y="642"/>
                      </a:lnTo>
                      <a:lnTo>
                        <a:pt x="18" y="642"/>
                      </a:lnTo>
                      <a:lnTo>
                        <a:pt x="1343" y="642"/>
                      </a:lnTo>
                      <a:lnTo>
                        <a:pt x="1360" y="642"/>
                      </a:lnTo>
                      <a:lnTo>
                        <a:pt x="1360" y="624"/>
                      </a:lnTo>
                      <a:lnTo>
                        <a:pt x="1351" y="18"/>
                      </a:lnTo>
                      <a:lnTo>
                        <a:pt x="1351" y="0"/>
                      </a:lnTo>
                      <a:moveTo>
                        <a:pt x="1333" y="18"/>
                      </a:moveTo>
                      <a:lnTo>
                        <a:pt x="1343" y="624"/>
                      </a:lnTo>
                      <a:lnTo>
                        <a:pt x="18" y="625"/>
                      </a:lnTo>
                      <a:lnTo>
                        <a:pt x="27" y="18"/>
                      </a:lnTo>
                      <a:lnTo>
                        <a:pt x="1333" y="1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4" name="Google Shape;234;p11"/>
                <p:cNvSpPr/>
                <p:nvPr/>
              </p:nvSpPr>
              <p:spPr>
                <a:xfrm>
                  <a:off x="4790160" y="2920680"/>
                  <a:ext cx="482400" cy="514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0" h="1428" extrusionOk="0">
                      <a:moveTo>
                        <a:pt x="423" y="149"/>
                      </a:moveTo>
                      <a:lnTo>
                        <a:pt x="916" y="149"/>
                      </a:lnTo>
                      <a:cubicBezTo>
                        <a:pt x="1052" y="149"/>
                        <a:pt x="1164" y="259"/>
                        <a:pt x="1166" y="395"/>
                      </a:cubicBezTo>
                      <a:lnTo>
                        <a:pt x="1169" y="621"/>
                      </a:lnTo>
                      <a:lnTo>
                        <a:pt x="170" y="622"/>
                      </a:lnTo>
                      <a:lnTo>
                        <a:pt x="173" y="396"/>
                      </a:lnTo>
                      <a:cubicBezTo>
                        <a:pt x="175" y="260"/>
                        <a:pt x="287" y="149"/>
                        <a:pt x="423" y="149"/>
                      </a:cubicBezTo>
                      <a:moveTo>
                        <a:pt x="942" y="0"/>
                      </a:moveTo>
                      <a:lnTo>
                        <a:pt x="942" y="0"/>
                      </a:lnTo>
                      <a:lnTo>
                        <a:pt x="397" y="0"/>
                      </a:lnTo>
                      <a:cubicBezTo>
                        <a:pt x="265" y="0"/>
                        <a:pt x="144" y="66"/>
                        <a:pt x="73" y="178"/>
                      </a:cubicBezTo>
                      <a:cubicBezTo>
                        <a:pt x="36" y="238"/>
                        <a:pt x="15" y="307"/>
                        <a:pt x="15" y="376"/>
                      </a:cubicBezTo>
                      <a:lnTo>
                        <a:pt x="0" y="1410"/>
                      </a:lnTo>
                      <a:lnTo>
                        <a:pt x="0" y="1428"/>
                      </a:lnTo>
                      <a:lnTo>
                        <a:pt x="18" y="1428"/>
                      </a:lnTo>
                      <a:lnTo>
                        <a:pt x="1322" y="1427"/>
                      </a:lnTo>
                      <a:lnTo>
                        <a:pt x="1340" y="1427"/>
                      </a:lnTo>
                      <a:lnTo>
                        <a:pt x="1340" y="1409"/>
                      </a:lnTo>
                      <a:lnTo>
                        <a:pt x="1324" y="376"/>
                      </a:lnTo>
                      <a:cubicBezTo>
                        <a:pt x="1323" y="306"/>
                        <a:pt x="1303" y="237"/>
                        <a:pt x="1265" y="178"/>
                      </a:cubicBezTo>
                      <a:cubicBezTo>
                        <a:pt x="1195" y="66"/>
                        <a:pt x="1074" y="0"/>
                        <a:pt x="942" y="0"/>
                      </a:cubicBezTo>
                      <a:moveTo>
                        <a:pt x="423" y="132"/>
                      </a:moveTo>
                      <a:lnTo>
                        <a:pt x="423" y="132"/>
                      </a:lnTo>
                      <a:cubicBezTo>
                        <a:pt x="276" y="132"/>
                        <a:pt x="158" y="249"/>
                        <a:pt x="156" y="395"/>
                      </a:cubicBezTo>
                      <a:lnTo>
                        <a:pt x="152" y="639"/>
                      </a:lnTo>
                      <a:lnTo>
                        <a:pt x="1187" y="639"/>
                      </a:lnTo>
                      <a:lnTo>
                        <a:pt x="1184" y="395"/>
                      </a:lnTo>
                      <a:cubicBezTo>
                        <a:pt x="1181" y="249"/>
                        <a:pt x="1062" y="131"/>
                        <a:pt x="916" y="131"/>
                      </a:cubicBezTo>
                      <a:lnTo>
                        <a:pt x="916" y="131"/>
                      </a:lnTo>
                      <a:lnTo>
                        <a:pt x="423" y="132"/>
                      </a:lnTo>
                      <a:moveTo>
                        <a:pt x="942" y="17"/>
                      </a:moveTo>
                      <a:cubicBezTo>
                        <a:pt x="1072" y="17"/>
                        <a:pt x="1186" y="85"/>
                        <a:pt x="1251" y="187"/>
                      </a:cubicBezTo>
                      <a:cubicBezTo>
                        <a:pt x="1285" y="242"/>
                        <a:pt x="1306" y="306"/>
                        <a:pt x="1307" y="376"/>
                      </a:cubicBezTo>
                      <a:lnTo>
                        <a:pt x="1322" y="1409"/>
                      </a:lnTo>
                      <a:lnTo>
                        <a:pt x="18" y="1410"/>
                      </a:lnTo>
                      <a:lnTo>
                        <a:pt x="32" y="377"/>
                      </a:lnTo>
                      <a:cubicBezTo>
                        <a:pt x="33" y="307"/>
                        <a:pt x="54" y="242"/>
                        <a:pt x="88" y="187"/>
                      </a:cubicBezTo>
                      <a:cubicBezTo>
                        <a:pt x="153" y="85"/>
                        <a:pt x="267" y="18"/>
                        <a:pt x="397" y="17"/>
                      </a:cubicBezTo>
                      <a:lnTo>
                        <a:pt x="942" y="17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5" name="Google Shape;235;p11"/>
                <p:cNvSpPr/>
                <p:nvPr/>
              </p:nvSpPr>
              <p:spPr>
                <a:xfrm>
                  <a:off x="5311080" y="3122640"/>
                  <a:ext cx="127080" cy="885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" h="2461" extrusionOk="0">
                      <a:moveTo>
                        <a:pt x="311" y="0"/>
                      </a:moveTo>
                      <a:lnTo>
                        <a:pt x="294" y="0"/>
                      </a:lnTo>
                      <a:cubicBezTo>
                        <a:pt x="215" y="0"/>
                        <a:pt x="141" y="34"/>
                        <a:pt x="86" y="96"/>
                      </a:cubicBezTo>
                      <a:cubicBezTo>
                        <a:pt x="31" y="158"/>
                        <a:pt x="0" y="239"/>
                        <a:pt x="0" y="326"/>
                      </a:cubicBezTo>
                      <a:lnTo>
                        <a:pt x="40" y="1698"/>
                      </a:lnTo>
                      <a:cubicBezTo>
                        <a:pt x="41" y="1973"/>
                        <a:pt x="143" y="2239"/>
                        <a:pt x="322" y="2428"/>
                      </a:cubicBezTo>
                      <a:lnTo>
                        <a:pt x="353" y="2461"/>
                      </a:lnTo>
                      <a:lnTo>
                        <a:pt x="352" y="2415"/>
                      </a:lnTo>
                      <a:lnTo>
                        <a:pt x="312" y="17"/>
                      </a:lnTo>
                      <a:lnTo>
                        <a:pt x="311" y="0"/>
                      </a:lnTo>
                      <a:moveTo>
                        <a:pt x="294" y="17"/>
                      </a:moveTo>
                      <a:lnTo>
                        <a:pt x="335" y="2416"/>
                      </a:lnTo>
                      <a:cubicBezTo>
                        <a:pt x="158" y="2229"/>
                        <a:pt x="58" y="1969"/>
                        <a:pt x="58" y="1697"/>
                      </a:cubicBezTo>
                      <a:lnTo>
                        <a:pt x="18" y="326"/>
                      </a:lnTo>
                      <a:cubicBezTo>
                        <a:pt x="18" y="156"/>
                        <a:pt x="141" y="17"/>
                        <a:pt x="294" y="17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6" name="Google Shape;236;p11"/>
                <p:cNvSpPr/>
                <p:nvPr/>
              </p:nvSpPr>
              <p:spPr>
                <a:xfrm>
                  <a:off x="4625280" y="3123000"/>
                  <a:ext cx="126000" cy="885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" h="2461" extrusionOk="0">
                      <a:moveTo>
                        <a:pt x="56" y="0"/>
                      </a:moveTo>
                      <a:lnTo>
                        <a:pt x="56" y="0"/>
                      </a:lnTo>
                      <a:lnTo>
                        <a:pt x="39" y="0"/>
                      </a:lnTo>
                      <a:lnTo>
                        <a:pt x="39" y="17"/>
                      </a:lnTo>
                      <a:lnTo>
                        <a:pt x="1" y="2416"/>
                      </a:lnTo>
                      <a:lnTo>
                        <a:pt x="0" y="2461"/>
                      </a:lnTo>
                      <a:lnTo>
                        <a:pt x="31" y="2428"/>
                      </a:lnTo>
                      <a:cubicBezTo>
                        <a:pt x="210" y="2239"/>
                        <a:pt x="312" y="1972"/>
                        <a:pt x="312" y="1697"/>
                      </a:cubicBezTo>
                      <a:lnTo>
                        <a:pt x="350" y="327"/>
                      </a:lnTo>
                      <a:cubicBezTo>
                        <a:pt x="350" y="239"/>
                        <a:pt x="320" y="158"/>
                        <a:pt x="265" y="96"/>
                      </a:cubicBezTo>
                      <a:cubicBezTo>
                        <a:pt x="209" y="34"/>
                        <a:pt x="135" y="0"/>
                        <a:pt x="56" y="0"/>
                      </a:cubicBezTo>
                      <a:moveTo>
                        <a:pt x="56" y="17"/>
                      </a:moveTo>
                      <a:cubicBezTo>
                        <a:pt x="209" y="17"/>
                        <a:pt x="333" y="156"/>
                        <a:pt x="332" y="326"/>
                      </a:cubicBezTo>
                      <a:lnTo>
                        <a:pt x="294" y="1697"/>
                      </a:lnTo>
                      <a:cubicBezTo>
                        <a:pt x="294" y="1969"/>
                        <a:pt x="195" y="2229"/>
                        <a:pt x="18" y="2416"/>
                      </a:cubicBezTo>
                      <a:lnTo>
                        <a:pt x="56" y="17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7" name="Google Shape;237;p11"/>
                <p:cNvSpPr/>
                <p:nvPr/>
              </p:nvSpPr>
              <p:spPr>
                <a:xfrm>
                  <a:off x="4775400" y="3925080"/>
                  <a:ext cx="511560" cy="101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1" h="283" extrusionOk="0">
                      <a:moveTo>
                        <a:pt x="1421" y="0"/>
                      </a:moveTo>
                      <a:lnTo>
                        <a:pt x="1379" y="13"/>
                      </a:lnTo>
                      <a:cubicBezTo>
                        <a:pt x="1377" y="14"/>
                        <a:pt x="1132" y="91"/>
                        <a:pt x="712" y="91"/>
                      </a:cubicBezTo>
                      <a:lnTo>
                        <a:pt x="710" y="91"/>
                      </a:lnTo>
                      <a:cubicBezTo>
                        <a:pt x="291" y="91"/>
                        <a:pt x="47" y="15"/>
                        <a:pt x="44" y="14"/>
                      </a:cubicBezTo>
                      <a:lnTo>
                        <a:pt x="0" y="0"/>
                      </a:lnTo>
                      <a:lnTo>
                        <a:pt x="24" y="40"/>
                      </a:lnTo>
                      <a:lnTo>
                        <a:pt x="116" y="197"/>
                      </a:lnTo>
                      <a:lnTo>
                        <a:pt x="119" y="202"/>
                      </a:lnTo>
                      <a:lnTo>
                        <a:pt x="125" y="204"/>
                      </a:lnTo>
                      <a:cubicBezTo>
                        <a:pt x="133" y="207"/>
                        <a:pt x="342" y="283"/>
                        <a:pt x="709" y="283"/>
                      </a:cubicBezTo>
                      <a:lnTo>
                        <a:pt x="712" y="283"/>
                      </a:lnTo>
                      <a:cubicBezTo>
                        <a:pt x="1059" y="283"/>
                        <a:pt x="1275" y="214"/>
                        <a:pt x="1299" y="207"/>
                      </a:cubicBezTo>
                      <a:cubicBezTo>
                        <a:pt x="1303" y="205"/>
                        <a:pt x="1306" y="204"/>
                        <a:pt x="1306" y="204"/>
                      </a:cubicBezTo>
                      <a:lnTo>
                        <a:pt x="1313" y="202"/>
                      </a:lnTo>
                      <a:lnTo>
                        <a:pt x="1317" y="196"/>
                      </a:lnTo>
                      <a:lnTo>
                        <a:pt x="1400" y="38"/>
                      </a:lnTo>
                      <a:lnTo>
                        <a:pt x="1421" y="0"/>
                      </a:lnTo>
                      <a:moveTo>
                        <a:pt x="1385" y="30"/>
                      </a:moveTo>
                      <a:lnTo>
                        <a:pt x="1301" y="187"/>
                      </a:lnTo>
                      <a:cubicBezTo>
                        <a:pt x="1301" y="187"/>
                        <a:pt x="1299" y="188"/>
                        <a:pt x="1293" y="190"/>
                      </a:cubicBezTo>
                      <a:cubicBezTo>
                        <a:pt x="1250" y="204"/>
                        <a:pt x="1041" y="266"/>
                        <a:pt x="713" y="266"/>
                      </a:cubicBezTo>
                      <a:lnTo>
                        <a:pt x="712" y="266"/>
                      </a:lnTo>
                      <a:cubicBezTo>
                        <a:pt x="711" y="266"/>
                        <a:pt x="710" y="266"/>
                        <a:pt x="709" y="266"/>
                      </a:cubicBezTo>
                      <a:cubicBezTo>
                        <a:pt x="341" y="266"/>
                        <a:pt x="131" y="188"/>
                        <a:pt x="131" y="188"/>
                      </a:cubicBezTo>
                      <a:lnTo>
                        <a:pt x="39" y="31"/>
                      </a:lnTo>
                      <a:cubicBezTo>
                        <a:pt x="39" y="31"/>
                        <a:pt x="283" y="109"/>
                        <a:pt x="710" y="109"/>
                      </a:cubicBezTo>
                      <a:lnTo>
                        <a:pt x="712" y="109"/>
                      </a:lnTo>
                      <a:cubicBezTo>
                        <a:pt x="1140" y="109"/>
                        <a:pt x="1385" y="30"/>
                        <a:pt x="1385" y="3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8" name="Google Shape;238;p11"/>
                <p:cNvSpPr/>
                <p:nvPr/>
              </p:nvSpPr>
              <p:spPr>
                <a:xfrm>
                  <a:off x="4815720" y="2678040"/>
                  <a:ext cx="430920" cy="293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7" h="816" extrusionOk="0">
                      <a:moveTo>
                        <a:pt x="1197" y="0"/>
                      </a:moveTo>
                      <a:lnTo>
                        <a:pt x="1179" y="0"/>
                      </a:lnTo>
                      <a:lnTo>
                        <a:pt x="17" y="1"/>
                      </a:lnTo>
                      <a:lnTo>
                        <a:pt x="0" y="1"/>
                      </a:lnTo>
                      <a:lnTo>
                        <a:pt x="0" y="18"/>
                      </a:lnTo>
                      <a:lnTo>
                        <a:pt x="0" y="755"/>
                      </a:lnTo>
                      <a:lnTo>
                        <a:pt x="0" y="816"/>
                      </a:lnTo>
                      <a:lnTo>
                        <a:pt x="32" y="765"/>
                      </a:lnTo>
                      <a:cubicBezTo>
                        <a:pt x="97" y="664"/>
                        <a:pt x="206" y="603"/>
                        <a:pt x="326" y="603"/>
                      </a:cubicBezTo>
                      <a:lnTo>
                        <a:pt x="871" y="603"/>
                      </a:lnTo>
                      <a:cubicBezTo>
                        <a:pt x="991" y="603"/>
                        <a:pt x="1101" y="664"/>
                        <a:pt x="1165" y="765"/>
                      </a:cubicBezTo>
                      <a:lnTo>
                        <a:pt x="1197" y="816"/>
                      </a:lnTo>
                      <a:lnTo>
                        <a:pt x="1197" y="755"/>
                      </a:lnTo>
                      <a:lnTo>
                        <a:pt x="1197" y="18"/>
                      </a:lnTo>
                      <a:lnTo>
                        <a:pt x="1197" y="0"/>
                      </a:lnTo>
                      <a:moveTo>
                        <a:pt x="1179" y="18"/>
                      </a:moveTo>
                      <a:lnTo>
                        <a:pt x="1180" y="755"/>
                      </a:lnTo>
                      <a:cubicBezTo>
                        <a:pt x="1115" y="653"/>
                        <a:pt x="1001" y="586"/>
                        <a:pt x="871" y="586"/>
                      </a:cubicBezTo>
                      <a:lnTo>
                        <a:pt x="871" y="586"/>
                      </a:lnTo>
                      <a:lnTo>
                        <a:pt x="326" y="586"/>
                      </a:lnTo>
                      <a:cubicBezTo>
                        <a:pt x="196" y="586"/>
                        <a:pt x="82" y="654"/>
                        <a:pt x="17" y="755"/>
                      </a:cubicBezTo>
                      <a:lnTo>
                        <a:pt x="17" y="18"/>
                      </a:lnTo>
                      <a:lnTo>
                        <a:pt x="1179" y="1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9" name="Google Shape;239;p11"/>
                <p:cNvSpPr/>
                <p:nvPr/>
              </p:nvSpPr>
              <p:spPr>
                <a:xfrm>
                  <a:off x="4472640" y="2716200"/>
                  <a:ext cx="326520" cy="1801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7" h="5003" extrusionOk="0">
                      <a:moveTo>
                        <a:pt x="904" y="0"/>
                      </a:moveTo>
                      <a:lnTo>
                        <a:pt x="887" y="0"/>
                      </a:lnTo>
                      <a:lnTo>
                        <a:pt x="811" y="1"/>
                      </a:lnTo>
                      <a:cubicBezTo>
                        <a:pt x="475" y="1"/>
                        <a:pt x="202" y="274"/>
                        <a:pt x="202" y="609"/>
                      </a:cubicBezTo>
                      <a:lnTo>
                        <a:pt x="197" y="852"/>
                      </a:lnTo>
                      <a:cubicBezTo>
                        <a:pt x="116" y="857"/>
                        <a:pt x="52" y="924"/>
                        <a:pt x="52" y="1006"/>
                      </a:cubicBezTo>
                      <a:lnTo>
                        <a:pt x="53" y="1547"/>
                      </a:lnTo>
                      <a:cubicBezTo>
                        <a:pt x="53" y="1621"/>
                        <a:pt x="106" y="1684"/>
                        <a:pt x="178" y="1698"/>
                      </a:cubicBezTo>
                      <a:lnTo>
                        <a:pt x="148" y="2977"/>
                      </a:lnTo>
                      <a:cubicBezTo>
                        <a:pt x="109" y="2979"/>
                        <a:pt x="73" y="2995"/>
                        <a:pt x="45" y="3022"/>
                      </a:cubicBezTo>
                      <a:cubicBezTo>
                        <a:pt x="16" y="3051"/>
                        <a:pt x="0" y="3090"/>
                        <a:pt x="0" y="3131"/>
                      </a:cubicBezTo>
                      <a:lnTo>
                        <a:pt x="0" y="3673"/>
                      </a:lnTo>
                      <a:cubicBezTo>
                        <a:pt x="0" y="3758"/>
                        <a:pt x="70" y="3827"/>
                        <a:pt x="155" y="3827"/>
                      </a:cubicBezTo>
                      <a:lnTo>
                        <a:pt x="201" y="3827"/>
                      </a:lnTo>
                      <a:lnTo>
                        <a:pt x="276" y="4288"/>
                      </a:lnTo>
                      <a:cubicBezTo>
                        <a:pt x="328" y="4613"/>
                        <a:pt x="555" y="4878"/>
                        <a:pt x="883" y="4995"/>
                      </a:cubicBezTo>
                      <a:lnTo>
                        <a:pt x="906" y="5003"/>
                      </a:lnTo>
                      <a:lnTo>
                        <a:pt x="906" y="4978"/>
                      </a:lnTo>
                      <a:lnTo>
                        <a:pt x="906" y="4889"/>
                      </a:lnTo>
                      <a:lnTo>
                        <a:pt x="906" y="4878"/>
                      </a:lnTo>
                      <a:lnTo>
                        <a:pt x="896" y="4873"/>
                      </a:lnTo>
                      <a:cubicBezTo>
                        <a:pt x="893" y="4872"/>
                        <a:pt x="682" y="4784"/>
                        <a:pt x="601" y="4700"/>
                      </a:cubicBezTo>
                      <a:cubicBezTo>
                        <a:pt x="556" y="4653"/>
                        <a:pt x="531" y="4590"/>
                        <a:pt x="531" y="4522"/>
                      </a:cubicBezTo>
                      <a:lnTo>
                        <a:pt x="530" y="4468"/>
                      </a:lnTo>
                      <a:cubicBezTo>
                        <a:pt x="530" y="4450"/>
                        <a:pt x="539" y="4437"/>
                        <a:pt x="546" y="4431"/>
                      </a:cubicBezTo>
                      <a:cubicBezTo>
                        <a:pt x="556" y="4422"/>
                        <a:pt x="569" y="4416"/>
                        <a:pt x="583" y="4416"/>
                      </a:cubicBezTo>
                      <a:cubicBezTo>
                        <a:pt x="592" y="4416"/>
                        <a:pt x="606" y="4419"/>
                        <a:pt x="619" y="4432"/>
                      </a:cubicBezTo>
                      <a:lnTo>
                        <a:pt x="877" y="4656"/>
                      </a:lnTo>
                      <a:lnTo>
                        <a:pt x="907" y="4681"/>
                      </a:lnTo>
                      <a:lnTo>
                        <a:pt x="907" y="4643"/>
                      </a:lnTo>
                      <a:lnTo>
                        <a:pt x="906" y="3546"/>
                      </a:lnTo>
                      <a:lnTo>
                        <a:pt x="906" y="3541"/>
                      </a:lnTo>
                      <a:lnTo>
                        <a:pt x="903" y="3537"/>
                      </a:lnTo>
                      <a:lnTo>
                        <a:pt x="814" y="3384"/>
                      </a:lnTo>
                      <a:lnTo>
                        <a:pt x="823" y="2746"/>
                      </a:lnTo>
                      <a:lnTo>
                        <a:pt x="834" y="1978"/>
                      </a:lnTo>
                      <a:lnTo>
                        <a:pt x="848" y="945"/>
                      </a:lnTo>
                      <a:cubicBezTo>
                        <a:pt x="849" y="881"/>
                        <a:pt x="867" y="819"/>
                        <a:pt x="902" y="765"/>
                      </a:cubicBezTo>
                      <a:lnTo>
                        <a:pt x="904" y="760"/>
                      </a:lnTo>
                      <a:lnTo>
                        <a:pt x="904" y="755"/>
                      </a:lnTo>
                      <a:lnTo>
                        <a:pt x="904" y="18"/>
                      </a:lnTo>
                      <a:lnTo>
                        <a:pt x="904" y="0"/>
                      </a:lnTo>
                      <a:moveTo>
                        <a:pt x="887" y="18"/>
                      </a:moveTo>
                      <a:lnTo>
                        <a:pt x="887" y="755"/>
                      </a:lnTo>
                      <a:cubicBezTo>
                        <a:pt x="852" y="810"/>
                        <a:pt x="831" y="875"/>
                        <a:pt x="831" y="945"/>
                      </a:cubicBezTo>
                      <a:lnTo>
                        <a:pt x="816" y="1978"/>
                      </a:lnTo>
                      <a:lnTo>
                        <a:pt x="805" y="2745"/>
                      </a:lnTo>
                      <a:lnTo>
                        <a:pt x="796" y="3389"/>
                      </a:lnTo>
                      <a:lnTo>
                        <a:pt x="888" y="3546"/>
                      </a:lnTo>
                      <a:lnTo>
                        <a:pt x="889" y="4643"/>
                      </a:lnTo>
                      <a:lnTo>
                        <a:pt x="631" y="4419"/>
                      </a:lnTo>
                      <a:cubicBezTo>
                        <a:pt x="617" y="4405"/>
                        <a:pt x="600" y="4399"/>
                        <a:pt x="583" y="4399"/>
                      </a:cubicBezTo>
                      <a:cubicBezTo>
                        <a:pt x="547" y="4399"/>
                        <a:pt x="513" y="4426"/>
                        <a:pt x="513" y="4468"/>
                      </a:cubicBezTo>
                      <a:lnTo>
                        <a:pt x="513" y="4522"/>
                      </a:lnTo>
                      <a:cubicBezTo>
                        <a:pt x="513" y="4593"/>
                        <a:pt x="540" y="4662"/>
                        <a:pt x="589" y="4712"/>
                      </a:cubicBezTo>
                      <a:cubicBezTo>
                        <a:pt x="673" y="4800"/>
                        <a:pt x="889" y="4889"/>
                        <a:pt x="889" y="4889"/>
                      </a:cubicBezTo>
                      <a:lnTo>
                        <a:pt x="889" y="4978"/>
                      </a:lnTo>
                      <a:cubicBezTo>
                        <a:pt x="582" y="4869"/>
                        <a:pt x="348" y="4622"/>
                        <a:pt x="293" y="4285"/>
                      </a:cubicBezTo>
                      <a:lnTo>
                        <a:pt x="216" y="3809"/>
                      </a:lnTo>
                      <a:lnTo>
                        <a:pt x="155" y="3809"/>
                      </a:lnTo>
                      <a:cubicBezTo>
                        <a:pt x="79" y="3809"/>
                        <a:pt x="18" y="3748"/>
                        <a:pt x="18" y="3673"/>
                      </a:cubicBezTo>
                      <a:lnTo>
                        <a:pt x="18" y="3131"/>
                      </a:lnTo>
                      <a:cubicBezTo>
                        <a:pt x="18" y="3056"/>
                        <a:pt x="79" y="2995"/>
                        <a:pt x="154" y="2995"/>
                      </a:cubicBezTo>
                      <a:lnTo>
                        <a:pt x="165" y="2995"/>
                      </a:lnTo>
                      <a:lnTo>
                        <a:pt x="196" y="1682"/>
                      </a:lnTo>
                      <a:cubicBezTo>
                        <a:pt x="126" y="1677"/>
                        <a:pt x="70" y="1619"/>
                        <a:pt x="71" y="1547"/>
                      </a:cubicBezTo>
                      <a:lnTo>
                        <a:pt x="70" y="1006"/>
                      </a:lnTo>
                      <a:cubicBezTo>
                        <a:pt x="70" y="930"/>
                        <a:pt x="131" y="869"/>
                        <a:pt x="206" y="869"/>
                      </a:cubicBezTo>
                      <a:lnTo>
                        <a:pt x="214" y="869"/>
                      </a:lnTo>
                      <a:lnTo>
                        <a:pt x="220" y="609"/>
                      </a:lnTo>
                      <a:cubicBezTo>
                        <a:pt x="220" y="283"/>
                        <a:pt x="484" y="18"/>
                        <a:pt x="811" y="18"/>
                      </a:cubicBezTo>
                      <a:lnTo>
                        <a:pt x="887" y="1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0" name="Google Shape;240;p11"/>
                <p:cNvSpPr/>
                <p:nvPr/>
              </p:nvSpPr>
              <p:spPr>
                <a:xfrm>
                  <a:off x="4816080" y="4011480"/>
                  <a:ext cx="431280" cy="53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8" h="1475" extrusionOk="0">
                      <a:moveTo>
                        <a:pt x="0" y="0"/>
                      </a:moveTo>
                      <a:lnTo>
                        <a:pt x="0" y="26"/>
                      </a:lnTo>
                      <a:lnTo>
                        <a:pt x="1" y="1101"/>
                      </a:lnTo>
                      <a:lnTo>
                        <a:pt x="1" y="1109"/>
                      </a:lnTo>
                      <a:lnTo>
                        <a:pt x="8" y="1115"/>
                      </a:lnTo>
                      <a:lnTo>
                        <a:pt x="109" y="1193"/>
                      </a:lnTo>
                      <a:cubicBezTo>
                        <a:pt x="121" y="1206"/>
                        <a:pt x="128" y="1223"/>
                        <a:pt x="128" y="1242"/>
                      </a:cubicBezTo>
                      <a:cubicBezTo>
                        <a:pt x="128" y="1260"/>
                        <a:pt x="121" y="1278"/>
                        <a:pt x="107" y="1291"/>
                      </a:cubicBezTo>
                      <a:cubicBezTo>
                        <a:pt x="94" y="1304"/>
                        <a:pt x="77" y="1311"/>
                        <a:pt x="59" y="1311"/>
                      </a:cubicBezTo>
                      <a:cubicBezTo>
                        <a:pt x="51" y="1311"/>
                        <a:pt x="42" y="1310"/>
                        <a:pt x="34" y="1306"/>
                      </a:cubicBezTo>
                      <a:cubicBezTo>
                        <a:pt x="31" y="1305"/>
                        <a:pt x="29" y="1304"/>
                        <a:pt x="27" y="1303"/>
                      </a:cubicBezTo>
                      <a:lnTo>
                        <a:pt x="1" y="1290"/>
                      </a:lnTo>
                      <a:lnTo>
                        <a:pt x="1" y="1319"/>
                      </a:lnTo>
                      <a:lnTo>
                        <a:pt x="1" y="1403"/>
                      </a:lnTo>
                      <a:lnTo>
                        <a:pt x="1" y="1416"/>
                      </a:lnTo>
                      <a:lnTo>
                        <a:pt x="12" y="1420"/>
                      </a:lnTo>
                      <a:cubicBezTo>
                        <a:pt x="113" y="1456"/>
                        <a:pt x="218" y="1475"/>
                        <a:pt x="325" y="1475"/>
                      </a:cubicBezTo>
                      <a:lnTo>
                        <a:pt x="328" y="1475"/>
                      </a:lnTo>
                      <a:lnTo>
                        <a:pt x="872" y="1475"/>
                      </a:lnTo>
                      <a:cubicBezTo>
                        <a:pt x="979" y="1474"/>
                        <a:pt x="1085" y="1456"/>
                        <a:pt x="1187" y="1420"/>
                      </a:cubicBezTo>
                      <a:lnTo>
                        <a:pt x="1198" y="1416"/>
                      </a:lnTo>
                      <a:lnTo>
                        <a:pt x="1198" y="1403"/>
                      </a:lnTo>
                      <a:lnTo>
                        <a:pt x="1198" y="1318"/>
                      </a:lnTo>
                      <a:lnTo>
                        <a:pt x="1198" y="1290"/>
                      </a:lnTo>
                      <a:lnTo>
                        <a:pt x="1173" y="1303"/>
                      </a:lnTo>
                      <a:cubicBezTo>
                        <a:pt x="1171" y="1303"/>
                        <a:pt x="1170" y="1304"/>
                        <a:pt x="1169" y="1304"/>
                      </a:cubicBezTo>
                      <a:cubicBezTo>
                        <a:pt x="1167" y="1305"/>
                        <a:pt x="1166" y="1305"/>
                        <a:pt x="1165" y="1306"/>
                      </a:cubicBezTo>
                      <a:cubicBezTo>
                        <a:pt x="1157" y="1309"/>
                        <a:pt x="1149" y="1311"/>
                        <a:pt x="1140" y="1311"/>
                      </a:cubicBezTo>
                      <a:cubicBezTo>
                        <a:pt x="1102" y="1311"/>
                        <a:pt x="1071" y="1279"/>
                        <a:pt x="1071" y="1241"/>
                      </a:cubicBezTo>
                      <a:cubicBezTo>
                        <a:pt x="1071" y="1223"/>
                        <a:pt x="1078" y="1206"/>
                        <a:pt x="1090" y="1193"/>
                      </a:cubicBezTo>
                      <a:lnTo>
                        <a:pt x="1190" y="1132"/>
                      </a:lnTo>
                      <a:lnTo>
                        <a:pt x="1198" y="1127"/>
                      </a:lnTo>
                      <a:lnTo>
                        <a:pt x="1198" y="1117"/>
                      </a:lnTo>
                      <a:lnTo>
                        <a:pt x="1198" y="28"/>
                      </a:lnTo>
                      <a:lnTo>
                        <a:pt x="1198" y="3"/>
                      </a:lnTo>
                      <a:lnTo>
                        <a:pt x="1175" y="11"/>
                      </a:lnTo>
                      <a:cubicBezTo>
                        <a:pt x="1152" y="19"/>
                        <a:pt x="940" y="86"/>
                        <a:pt x="600" y="86"/>
                      </a:cubicBezTo>
                      <a:lnTo>
                        <a:pt x="596" y="86"/>
                      </a:lnTo>
                      <a:cubicBezTo>
                        <a:pt x="236" y="86"/>
                        <a:pt x="26" y="10"/>
                        <a:pt x="24" y="9"/>
                      </a:cubicBezTo>
                      <a:lnTo>
                        <a:pt x="0" y="0"/>
                      </a:lnTo>
                      <a:moveTo>
                        <a:pt x="18" y="26"/>
                      </a:moveTo>
                      <a:cubicBezTo>
                        <a:pt x="18" y="26"/>
                        <a:pt x="228" y="104"/>
                        <a:pt x="596" y="104"/>
                      </a:cubicBezTo>
                      <a:cubicBezTo>
                        <a:pt x="597" y="104"/>
                        <a:pt x="598" y="104"/>
                        <a:pt x="599" y="104"/>
                      </a:cubicBezTo>
                      <a:lnTo>
                        <a:pt x="600" y="104"/>
                      </a:lnTo>
                      <a:cubicBezTo>
                        <a:pt x="928" y="104"/>
                        <a:pt x="1138" y="42"/>
                        <a:pt x="1180" y="28"/>
                      </a:cubicBezTo>
                      <a:lnTo>
                        <a:pt x="1180" y="1117"/>
                      </a:lnTo>
                      <a:lnTo>
                        <a:pt x="1079" y="1180"/>
                      </a:lnTo>
                      <a:cubicBezTo>
                        <a:pt x="1063" y="1196"/>
                        <a:pt x="1053" y="1218"/>
                        <a:pt x="1053" y="1241"/>
                      </a:cubicBezTo>
                      <a:cubicBezTo>
                        <a:pt x="1054" y="1291"/>
                        <a:pt x="1094" y="1328"/>
                        <a:pt x="1140" y="1328"/>
                      </a:cubicBezTo>
                      <a:cubicBezTo>
                        <a:pt x="1150" y="1328"/>
                        <a:pt x="1161" y="1326"/>
                        <a:pt x="1172" y="1322"/>
                      </a:cubicBezTo>
                      <a:cubicBezTo>
                        <a:pt x="1175" y="1321"/>
                        <a:pt x="1178" y="1320"/>
                        <a:pt x="1181" y="1318"/>
                      </a:cubicBezTo>
                      <a:lnTo>
                        <a:pt x="1181" y="1403"/>
                      </a:lnTo>
                      <a:cubicBezTo>
                        <a:pt x="1084" y="1438"/>
                        <a:pt x="979" y="1457"/>
                        <a:pt x="872" y="1457"/>
                      </a:cubicBezTo>
                      <a:lnTo>
                        <a:pt x="328" y="1457"/>
                      </a:lnTo>
                      <a:cubicBezTo>
                        <a:pt x="327" y="1457"/>
                        <a:pt x="326" y="1457"/>
                        <a:pt x="325" y="1457"/>
                      </a:cubicBezTo>
                      <a:cubicBezTo>
                        <a:pt x="218" y="1457"/>
                        <a:pt x="114" y="1438"/>
                        <a:pt x="18" y="1403"/>
                      </a:cubicBezTo>
                      <a:lnTo>
                        <a:pt x="19" y="1319"/>
                      </a:lnTo>
                      <a:cubicBezTo>
                        <a:pt x="22" y="1320"/>
                        <a:pt x="24" y="1322"/>
                        <a:pt x="27" y="1323"/>
                      </a:cubicBezTo>
                      <a:cubicBezTo>
                        <a:pt x="38" y="1327"/>
                        <a:pt x="49" y="1329"/>
                        <a:pt x="59" y="1329"/>
                      </a:cubicBezTo>
                      <a:cubicBezTo>
                        <a:pt x="105" y="1329"/>
                        <a:pt x="146" y="1291"/>
                        <a:pt x="146" y="1242"/>
                      </a:cubicBezTo>
                      <a:cubicBezTo>
                        <a:pt x="146" y="1218"/>
                        <a:pt x="137" y="1196"/>
                        <a:pt x="120" y="1180"/>
                      </a:cubicBezTo>
                      <a:lnTo>
                        <a:pt x="19" y="1101"/>
                      </a:lnTo>
                      <a:lnTo>
                        <a:pt x="18" y="26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1" name="Google Shape;241;p11"/>
                <p:cNvSpPr/>
                <p:nvPr/>
              </p:nvSpPr>
              <p:spPr>
                <a:xfrm>
                  <a:off x="5259240" y="2716200"/>
                  <a:ext cx="326520" cy="1801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7" h="5003" extrusionOk="0">
                      <a:moveTo>
                        <a:pt x="93" y="0"/>
                      </a:moveTo>
                      <a:lnTo>
                        <a:pt x="93" y="0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755"/>
                      </a:lnTo>
                      <a:lnTo>
                        <a:pt x="0" y="760"/>
                      </a:lnTo>
                      <a:lnTo>
                        <a:pt x="3" y="764"/>
                      </a:lnTo>
                      <a:cubicBezTo>
                        <a:pt x="37" y="819"/>
                        <a:pt x="56" y="881"/>
                        <a:pt x="57" y="945"/>
                      </a:cubicBezTo>
                      <a:lnTo>
                        <a:pt x="72" y="1977"/>
                      </a:lnTo>
                      <a:lnTo>
                        <a:pt x="84" y="2745"/>
                      </a:lnTo>
                      <a:lnTo>
                        <a:pt x="93" y="3384"/>
                      </a:lnTo>
                      <a:lnTo>
                        <a:pt x="4" y="3539"/>
                      </a:lnTo>
                      <a:lnTo>
                        <a:pt x="2" y="3543"/>
                      </a:lnTo>
                      <a:lnTo>
                        <a:pt x="2" y="3548"/>
                      </a:lnTo>
                      <a:lnTo>
                        <a:pt x="2" y="4676"/>
                      </a:lnTo>
                      <a:lnTo>
                        <a:pt x="2" y="4718"/>
                      </a:lnTo>
                      <a:lnTo>
                        <a:pt x="33" y="4688"/>
                      </a:lnTo>
                      <a:lnTo>
                        <a:pt x="290" y="4431"/>
                      </a:lnTo>
                      <a:cubicBezTo>
                        <a:pt x="302" y="4418"/>
                        <a:pt x="316" y="4416"/>
                        <a:pt x="326" y="4416"/>
                      </a:cubicBezTo>
                      <a:cubicBezTo>
                        <a:pt x="351" y="4416"/>
                        <a:pt x="378" y="4435"/>
                        <a:pt x="378" y="4467"/>
                      </a:cubicBezTo>
                      <a:lnTo>
                        <a:pt x="378" y="4521"/>
                      </a:lnTo>
                      <a:cubicBezTo>
                        <a:pt x="378" y="4589"/>
                        <a:pt x="353" y="4652"/>
                        <a:pt x="307" y="4699"/>
                      </a:cubicBezTo>
                      <a:cubicBezTo>
                        <a:pt x="228" y="4782"/>
                        <a:pt x="130" y="4827"/>
                        <a:pt x="11" y="4876"/>
                      </a:cubicBezTo>
                      <a:lnTo>
                        <a:pt x="0" y="4881"/>
                      </a:lnTo>
                      <a:lnTo>
                        <a:pt x="0" y="4893"/>
                      </a:lnTo>
                      <a:lnTo>
                        <a:pt x="3" y="4979"/>
                      </a:lnTo>
                      <a:lnTo>
                        <a:pt x="3" y="5003"/>
                      </a:lnTo>
                      <a:lnTo>
                        <a:pt x="26" y="4995"/>
                      </a:lnTo>
                      <a:cubicBezTo>
                        <a:pt x="354" y="4877"/>
                        <a:pt x="581" y="4612"/>
                        <a:pt x="633" y="4286"/>
                      </a:cubicBezTo>
                      <a:lnTo>
                        <a:pt x="706" y="3826"/>
                      </a:lnTo>
                      <a:lnTo>
                        <a:pt x="753" y="3826"/>
                      </a:lnTo>
                      <a:cubicBezTo>
                        <a:pt x="838" y="3825"/>
                        <a:pt x="907" y="3756"/>
                        <a:pt x="907" y="3671"/>
                      </a:cubicBezTo>
                      <a:lnTo>
                        <a:pt x="907" y="3130"/>
                      </a:lnTo>
                      <a:cubicBezTo>
                        <a:pt x="907" y="3047"/>
                        <a:pt x="841" y="2979"/>
                        <a:pt x="759" y="2976"/>
                      </a:cubicBezTo>
                      <a:lnTo>
                        <a:pt x="728" y="1697"/>
                      </a:lnTo>
                      <a:cubicBezTo>
                        <a:pt x="799" y="1683"/>
                        <a:pt x="853" y="1619"/>
                        <a:pt x="853" y="1546"/>
                      </a:cubicBezTo>
                      <a:lnTo>
                        <a:pt x="853" y="1004"/>
                      </a:lnTo>
                      <a:cubicBezTo>
                        <a:pt x="852" y="923"/>
                        <a:pt x="788" y="856"/>
                        <a:pt x="708" y="851"/>
                      </a:cubicBezTo>
                      <a:lnTo>
                        <a:pt x="702" y="608"/>
                      </a:lnTo>
                      <a:cubicBezTo>
                        <a:pt x="702" y="446"/>
                        <a:pt x="639" y="293"/>
                        <a:pt x="524" y="178"/>
                      </a:cubicBezTo>
                      <a:cubicBezTo>
                        <a:pt x="409" y="63"/>
                        <a:pt x="256" y="0"/>
                        <a:pt x="93" y="0"/>
                      </a:cubicBezTo>
                      <a:moveTo>
                        <a:pt x="93" y="18"/>
                      </a:moveTo>
                      <a:cubicBezTo>
                        <a:pt x="420" y="18"/>
                        <a:pt x="685" y="282"/>
                        <a:pt x="685" y="608"/>
                      </a:cubicBezTo>
                      <a:lnTo>
                        <a:pt x="691" y="868"/>
                      </a:lnTo>
                      <a:lnTo>
                        <a:pt x="698" y="868"/>
                      </a:lnTo>
                      <a:cubicBezTo>
                        <a:pt x="774" y="868"/>
                        <a:pt x="835" y="929"/>
                        <a:pt x="835" y="1004"/>
                      </a:cubicBezTo>
                      <a:lnTo>
                        <a:pt x="835" y="1546"/>
                      </a:lnTo>
                      <a:cubicBezTo>
                        <a:pt x="835" y="1617"/>
                        <a:pt x="780" y="1676"/>
                        <a:pt x="710" y="1681"/>
                      </a:cubicBezTo>
                      <a:lnTo>
                        <a:pt x="742" y="2993"/>
                      </a:lnTo>
                      <a:lnTo>
                        <a:pt x="753" y="2993"/>
                      </a:lnTo>
                      <a:lnTo>
                        <a:pt x="753" y="2993"/>
                      </a:lnTo>
                      <a:cubicBezTo>
                        <a:pt x="828" y="2993"/>
                        <a:pt x="889" y="3054"/>
                        <a:pt x="889" y="3130"/>
                      </a:cubicBezTo>
                      <a:lnTo>
                        <a:pt x="889" y="3671"/>
                      </a:lnTo>
                      <a:cubicBezTo>
                        <a:pt x="889" y="3747"/>
                        <a:pt x="828" y="3808"/>
                        <a:pt x="753" y="3808"/>
                      </a:cubicBezTo>
                      <a:lnTo>
                        <a:pt x="691" y="3808"/>
                      </a:lnTo>
                      <a:lnTo>
                        <a:pt x="615" y="4284"/>
                      </a:lnTo>
                      <a:cubicBezTo>
                        <a:pt x="561" y="4621"/>
                        <a:pt x="327" y="4868"/>
                        <a:pt x="20" y="4978"/>
                      </a:cubicBezTo>
                      <a:lnTo>
                        <a:pt x="18" y="4893"/>
                      </a:lnTo>
                      <a:lnTo>
                        <a:pt x="18" y="4893"/>
                      </a:lnTo>
                      <a:cubicBezTo>
                        <a:pt x="131" y="4845"/>
                        <a:pt x="236" y="4799"/>
                        <a:pt x="320" y="4712"/>
                      </a:cubicBezTo>
                      <a:cubicBezTo>
                        <a:pt x="369" y="4661"/>
                        <a:pt x="396" y="4592"/>
                        <a:pt x="396" y="4521"/>
                      </a:cubicBezTo>
                      <a:lnTo>
                        <a:pt x="396" y="4467"/>
                      </a:lnTo>
                      <a:cubicBezTo>
                        <a:pt x="396" y="4426"/>
                        <a:pt x="361" y="4398"/>
                        <a:pt x="326" y="4398"/>
                      </a:cubicBezTo>
                      <a:cubicBezTo>
                        <a:pt x="309" y="4398"/>
                        <a:pt x="291" y="4404"/>
                        <a:pt x="277" y="4418"/>
                      </a:cubicBezTo>
                      <a:lnTo>
                        <a:pt x="20" y="4676"/>
                      </a:lnTo>
                      <a:lnTo>
                        <a:pt x="19" y="3548"/>
                      </a:lnTo>
                      <a:lnTo>
                        <a:pt x="111" y="3388"/>
                      </a:lnTo>
                      <a:lnTo>
                        <a:pt x="101" y="2745"/>
                      </a:lnTo>
                      <a:lnTo>
                        <a:pt x="90" y="1977"/>
                      </a:lnTo>
                      <a:lnTo>
                        <a:pt x="74" y="944"/>
                      </a:lnTo>
                      <a:cubicBezTo>
                        <a:pt x="73" y="874"/>
                        <a:pt x="53" y="810"/>
                        <a:pt x="18" y="755"/>
                      </a:cubicBezTo>
                      <a:lnTo>
                        <a:pt x="18" y="18"/>
                      </a:lnTo>
                      <a:lnTo>
                        <a:pt x="93" y="18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2" name="Google Shape;242;p11"/>
              <p:cNvGrpSpPr/>
              <p:nvPr/>
            </p:nvGrpSpPr>
            <p:grpSpPr>
              <a:xfrm rot="-1799857">
                <a:off x="6486269" y="549157"/>
                <a:ext cx="1064220" cy="1782533"/>
                <a:chOff x="4472640" y="2678040"/>
                <a:chExt cx="1113120" cy="1864440"/>
              </a:xfrm>
            </p:grpSpPr>
            <p:sp>
              <p:nvSpPr>
                <p:cNvPr id="243" name="Google Shape;243;p11"/>
                <p:cNvSpPr/>
                <p:nvPr/>
              </p:nvSpPr>
              <p:spPr>
                <a:xfrm>
                  <a:off x="5290200" y="2775600"/>
                  <a:ext cx="148680" cy="181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" h="503" extrusionOk="0">
                      <a:moveTo>
                        <a:pt x="108" y="0"/>
                      </a:moveTo>
                      <a:lnTo>
                        <a:pt x="108" y="0"/>
                      </a:lnTo>
                      <a:cubicBezTo>
                        <a:pt x="79" y="0"/>
                        <a:pt x="51" y="11"/>
                        <a:pt x="31" y="31"/>
                      </a:cubicBezTo>
                      <a:cubicBezTo>
                        <a:pt x="11" y="52"/>
                        <a:pt x="0" y="79"/>
                        <a:pt x="0" y="108"/>
                      </a:cubicBezTo>
                      <a:lnTo>
                        <a:pt x="0" y="148"/>
                      </a:lnTo>
                      <a:cubicBezTo>
                        <a:pt x="0" y="176"/>
                        <a:pt x="11" y="204"/>
                        <a:pt x="31" y="224"/>
                      </a:cubicBezTo>
                      <a:lnTo>
                        <a:pt x="289" y="481"/>
                      </a:lnTo>
                      <a:cubicBezTo>
                        <a:pt x="303" y="495"/>
                        <a:pt x="321" y="503"/>
                        <a:pt x="340" y="503"/>
                      </a:cubicBezTo>
                      <a:cubicBezTo>
                        <a:pt x="358" y="503"/>
                        <a:pt x="377" y="496"/>
                        <a:pt x="390" y="483"/>
                      </a:cubicBezTo>
                      <a:cubicBezTo>
                        <a:pt x="405" y="469"/>
                        <a:pt x="413" y="450"/>
                        <a:pt x="413" y="430"/>
                      </a:cubicBezTo>
                      <a:lnTo>
                        <a:pt x="413" y="344"/>
                      </a:lnTo>
                      <a:cubicBezTo>
                        <a:pt x="413" y="176"/>
                        <a:pt x="293" y="32"/>
                        <a:pt x="128" y="1"/>
                      </a:cubicBezTo>
                      <a:cubicBezTo>
                        <a:pt x="122" y="0"/>
                        <a:pt x="115" y="0"/>
                        <a:pt x="108" y="0"/>
                      </a:cubicBezTo>
                      <a:moveTo>
                        <a:pt x="108" y="17"/>
                      </a:moveTo>
                      <a:cubicBezTo>
                        <a:pt x="114" y="17"/>
                        <a:pt x="119" y="18"/>
                        <a:pt x="125" y="19"/>
                      </a:cubicBezTo>
                      <a:cubicBezTo>
                        <a:pt x="279" y="47"/>
                        <a:pt x="395" y="182"/>
                        <a:pt x="395" y="344"/>
                      </a:cubicBezTo>
                      <a:lnTo>
                        <a:pt x="395" y="430"/>
                      </a:lnTo>
                      <a:cubicBezTo>
                        <a:pt x="395" y="463"/>
                        <a:pt x="368" y="485"/>
                        <a:pt x="340" y="485"/>
                      </a:cubicBezTo>
                      <a:cubicBezTo>
                        <a:pt x="326" y="485"/>
                        <a:pt x="313" y="480"/>
                        <a:pt x="301" y="469"/>
                      </a:cubicBezTo>
                      <a:lnTo>
                        <a:pt x="44" y="211"/>
                      </a:lnTo>
                      <a:cubicBezTo>
                        <a:pt x="27" y="194"/>
                        <a:pt x="17" y="172"/>
                        <a:pt x="17" y="148"/>
                      </a:cubicBezTo>
                      <a:lnTo>
                        <a:pt x="17" y="108"/>
                      </a:lnTo>
                      <a:cubicBezTo>
                        <a:pt x="17" y="84"/>
                        <a:pt x="27" y="61"/>
                        <a:pt x="44" y="44"/>
                      </a:cubicBezTo>
                      <a:cubicBezTo>
                        <a:pt x="61" y="27"/>
                        <a:pt x="84" y="17"/>
                        <a:pt x="108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4" name="Google Shape;244;p11"/>
                <p:cNvSpPr/>
                <p:nvPr/>
              </p:nvSpPr>
              <p:spPr>
                <a:xfrm>
                  <a:off x="4623480" y="2775960"/>
                  <a:ext cx="148680" cy="181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" h="503" extrusionOk="0">
                      <a:moveTo>
                        <a:pt x="305" y="0"/>
                      </a:moveTo>
                      <a:lnTo>
                        <a:pt x="305" y="0"/>
                      </a:lnTo>
                      <a:cubicBezTo>
                        <a:pt x="298" y="0"/>
                        <a:pt x="291" y="0"/>
                        <a:pt x="284" y="2"/>
                      </a:cubicBezTo>
                      <a:cubicBezTo>
                        <a:pt x="119" y="32"/>
                        <a:pt x="0" y="176"/>
                        <a:pt x="0" y="344"/>
                      </a:cubicBezTo>
                      <a:lnTo>
                        <a:pt x="0" y="430"/>
                      </a:lnTo>
                      <a:cubicBezTo>
                        <a:pt x="0" y="476"/>
                        <a:pt x="37" y="503"/>
                        <a:pt x="73" y="503"/>
                      </a:cubicBezTo>
                      <a:cubicBezTo>
                        <a:pt x="92" y="503"/>
                        <a:pt x="110" y="495"/>
                        <a:pt x="124" y="481"/>
                      </a:cubicBezTo>
                      <a:lnTo>
                        <a:pt x="381" y="224"/>
                      </a:lnTo>
                      <a:cubicBezTo>
                        <a:pt x="401" y="203"/>
                        <a:pt x="413" y="176"/>
                        <a:pt x="413" y="148"/>
                      </a:cubicBezTo>
                      <a:lnTo>
                        <a:pt x="413" y="108"/>
                      </a:lnTo>
                      <a:cubicBezTo>
                        <a:pt x="413" y="79"/>
                        <a:pt x="401" y="51"/>
                        <a:pt x="381" y="31"/>
                      </a:cubicBezTo>
                      <a:cubicBezTo>
                        <a:pt x="361" y="11"/>
                        <a:pt x="334" y="0"/>
                        <a:pt x="305" y="0"/>
                      </a:cubicBezTo>
                      <a:moveTo>
                        <a:pt x="305" y="17"/>
                      </a:moveTo>
                      <a:cubicBezTo>
                        <a:pt x="329" y="17"/>
                        <a:pt x="351" y="27"/>
                        <a:pt x="369" y="44"/>
                      </a:cubicBezTo>
                      <a:cubicBezTo>
                        <a:pt x="385" y="61"/>
                        <a:pt x="395" y="84"/>
                        <a:pt x="395" y="108"/>
                      </a:cubicBezTo>
                      <a:lnTo>
                        <a:pt x="395" y="148"/>
                      </a:lnTo>
                      <a:cubicBezTo>
                        <a:pt x="395" y="171"/>
                        <a:pt x="385" y="194"/>
                        <a:pt x="369" y="211"/>
                      </a:cubicBezTo>
                      <a:lnTo>
                        <a:pt x="111" y="469"/>
                      </a:lnTo>
                      <a:cubicBezTo>
                        <a:pt x="100" y="480"/>
                        <a:pt x="86" y="485"/>
                        <a:pt x="73" y="485"/>
                      </a:cubicBezTo>
                      <a:cubicBezTo>
                        <a:pt x="45" y="485"/>
                        <a:pt x="18" y="463"/>
                        <a:pt x="18" y="430"/>
                      </a:cubicBezTo>
                      <a:lnTo>
                        <a:pt x="18" y="344"/>
                      </a:lnTo>
                      <a:cubicBezTo>
                        <a:pt x="17" y="182"/>
                        <a:pt x="134" y="47"/>
                        <a:pt x="287" y="19"/>
                      </a:cubicBezTo>
                      <a:cubicBezTo>
                        <a:pt x="293" y="18"/>
                        <a:pt x="299" y="17"/>
                        <a:pt x="305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5" name="Google Shape;245;p11"/>
                <p:cNvSpPr/>
                <p:nvPr/>
              </p:nvSpPr>
              <p:spPr>
                <a:xfrm>
                  <a:off x="4784760" y="3699000"/>
                  <a:ext cx="493560" cy="24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" h="685" extrusionOk="0">
                      <a:moveTo>
                        <a:pt x="1362" y="0"/>
                      </a:moveTo>
                      <a:lnTo>
                        <a:pt x="1344" y="0"/>
                      </a:lnTo>
                      <a:lnTo>
                        <a:pt x="26" y="0"/>
                      </a:lnTo>
                      <a:lnTo>
                        <a:pt x="9" y="0"/>
                      </a:lnTo>
                      <a:lnTo>
                        <a:pt x="9" y="17"/>
                      </a:lnTo>
                      <a:lnTo>
                        <a:pt x="0" y="595"/>
                      </a:lnTo>
                      <a:lnTo>
                        <a:pt x="0" y="609"/>
                      </a:lnTo>
                      <a:lnTo>
                        <a:pt x="13" y="613"/>
                      </a:lnTo>
                      <a:cubicBezTo>
                        <a:pt x="16" y="613"/>
                        <a:pt x="300" y="685"/>
                        <a:pt x="680" y="685"/>
                      </a:cubicBezTo>
                      <a:lnTo>
                        <a:pt x="684" y="685"/>
                      </a:lnTo>
                      <a:cubicBezTo>
                        <a:pt x="1067" y="684"/>
                        <a:pt x="1354" y="613"/>
                        <a:pt x="1357" y="613"/>
                      </a:cubicBezTo>
                      <a:lnTo>
                        <a:pt x="1371" y="609"/>
                      </a:lnTo>
                      <a:lnTo>
                        <a:pt x="1370" y="595"/>
                      </a:lnTo>
                      <a:lnTo>
                        <a:pt x="1362" y="17"/>
                      </a:lnTo>
                      <a:lnTo>
                        <a:pt x="1362" y="0"/>
                      </a:lnTo>
                      <a:moveTo>
                        <a:pt x="1344" y="17"/>
                      </a:moveTo>
                      <a:lnTo>
                        <a:pt x="1353" y="595"/>
                      </a:lnTo>
                      <a:cubicBezTo>
                        <a:pt x="1353" y="595"/>
                        <a:pt x="1069" y="666"/>
                        <a:pt x="684" y="667"/>
                      </a:cubicBezTo>
                      <a:cubicBezTo>
                        <a:pt x="683" y="667"/>
                        <a:pt x="682" y="667"/>
                        <a:pt x="680" y="667"/>
                      </a:cubicBezTo>
                      <a:cubicBezTo>
                        <a:pt x="297" y="667"/>
                        <a:pt x="18" y="595"/>
                        <a:pt x="18" y="595"/>
                      </a:cubicBezTo>
                      <a:lnTo>
                        <a:pt x="26" y="17"/>
                      </a:lnTo>
                      <a:lnTo>
                        <a:pt x="1344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6" name="Google Shape;246;p11"/>
                <p:cNvSpPr/>
                <p:nvPr/>
              </p:nvSpPr>
              <p:spPr>
                <a:xfrm>
                  <a:off x="4786920" y="3451680"/>
                  <a:ext cx="489600" cy="23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" h="642" extrusionOk="0">
                      <a:moveTo>
                        <a:pt x="1351" y="0"/>
                      </a:moveTo>
                      <a:lnTo>
                        <a:pt x="1333" y="0"/>
                      </a:lnTo>
                      <a:lnTo>
                        <a:pt x="27" y="1"/>
                      </a:lnTo>
                      <a:lnTo>
                        <a:pt x="10" y="1"/>
                      </a:lnTo>
                      <a:lnTo>
                        <a:pt x="9" y="18"/>
                      </a:lnTo>
                      <a:lnTo>
                        <a:pt x="0" y="624"/>
                      </a:lnTo>
                      <a:lnTo>
                        <a:pt x="0" y="642"/>
                      </a:lnTo>
                      <a:lnTo>
                        <a:pt x="18" y="642"/>
                      </a:lnTo>
                      <a:lnTo>
                        <a:pt x="1343" y="642"/>
                      </a:lnTo>
                      <a:lnTo>
                        <a:pt x="1360" y="642"/>
                      </a:lnTo>
                      <a:lnTo>
                        <a:pt x="1360" y="624"/>
                      </a:lnTo>
                      <a:lnTo>
                        <a:pt x="1351" y="18"/>
                      </a:lnTo>
                      <a:lnTo>
                        <a:pt x="1351" y="0"/>
                      </a:lnTo>
                      <a:moveTo>
                        <a:pt x="1333" y="18"/>
                      </a:moveTo>
                      <a:lnTo>
                        <a:pt x="1343" y="624"/>
                      </a:lnTo>
                      <a:lnTo>
                        <a:pt x="18" y="625"/>
                      </a:lnTo>
                      <a:lnTo>
                        <a:pt x="27" y="18"/>
                      </a:lnTo>
                      <a:lnTo>
                        <a:pt x="1333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7" name="Google Shape;247;p11"/>
                <p:cNvSpPr/>
                <p:nvPr/>
              </p:nvSpPr>
              <p:spPr>
                <a:xfrm>
                  <a:off x="4790160" y="2920680"/>
                  <a:ext cx="482400" cy="514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0" h="1428" extrusionOk="0">
                      <a:moveTo>
                        <a:pt x="423" y="149"/>
                      </a:moveTo>
                      <a:lnTo>
                        <a:pt x="916" y="149"/>
                      </a:lnTo>
                      <a:cubicBezTo>
                        <a:pt x="1052" y="149"/>
                        <a:pt x="1164" y="259"/>
                        <a:pt x="1166" y="395"/>
                      </a:cubicBezTo>
                      <a:lnTo>
                        <a:pt x="1169" y="621"/>
                      </a:lnTo>
                      <a:lnTo>
                        <a:pt x="170" y="622"/>
                      </a:lnTo>
                      <a:lnTo>
                        <a:pt x="173" y="396"/>
                      </a:lnTo>
                      <a:cubicBezTo>
                        <a:pt x="175" y="260"/>
                        <a:pt x="287" y="149"/>
                        <a:pt x="423" y="149"/>
                      </a:cubicBezTo>
                      <a:moveTo>
                        <a:pt x="942" y="0"/>
                      </a:moveTo>
                      <a:lnTo>
                        <a:pt x="942" y="0"/>
                      </a:lnTo>
                      <a:lnTo>
                        <a:pt x="397" y="0"/>
                      </a:lnTo>
                      <a:cubicBezTo>
                        <a:pt x="265" y="0"/>
                        <a:pt x="144" y="66"/>
                        <a:pt x="73" y="178"/>
                      </a:cubicBezTo>
                      <a:cubicBezTo>
                        <a:pt x="36" y="238"/>
                        <a:pt x="15" y="307"/>
                        <a:pt x="15" y="376"/>
                      </a:cubicBezTo>
                      <a:lnTo>
                        <a:pt x="0" y="1410"/>
                      </a:lnTo>
                      <a:lnTo>
                        <a:pt x="0" y="1428"/>
                      </a:lnTo>
                      <a:lnTo>
                        <a:pt x="18" y="1428"/>
                      </a:lnTo>
                      <a:lnTo>
                        <a:pt x="1322" y="1427"/>
                      </a:lnTo>
                      <a:lnTo>
                        <a:pt x="1340" y="1427"/>
                      </a:lnTo>
                      <a:lnTo>
                        <a:pt x="1340" y="1409"/>
                      </a:lnTo>
                      <a:lnTo>
                        <a:pt x="1324" y="376"/>
                      </a:lnTo>
                      <a:cubicBezTo>
                        <a:pt x="1323" y="306"/>
                        <a:pt x="1303" y="237"/>
                        <a:pt x="1265" y="178"/>
                      </a:cubicBezTo>
                      <a:cubicBezTo>
                        <a:pt x="1195" y="66"/>
                        <a:pt x="1074" y="0"/>
                        <a:pt x="942" y="0"/>
                      </a:cubicBezTo>
                      <a:moveTo>
                        <a:pt x="423" y="132"/>
                      </a:moveTo>
                      <a:lnTo>
                        <a:pt x="423" y="132"/>
                      </a:lnTo>
                      <a:cubicBezTo>
                        <a:pt x="276" y="132"/>
                        <a:pt x="158" y="249"/>
                        <a:pt x="156" y="395"/>
                      </a:cubicBezTo>
                      <a:lnTo>
                        <a:pt x="152" y="639"/>
                      </a:lnTo>
                      <a:lnTo>
                        <a:pt x="1187" y="639"/>
                      </a:lnTo>
                      <a:lnTo>
                        <a:pt x="1184" y="395"/>
                      </a:lnTo>
                      <a:cubicBezTo>
                        <a:pt x="1181" y="249"/>
                        <a:pt x="1062" y="131"/>
                        <a:pt x="916" y="131"/>
                      </a:cubicBezTo>
                      <a:lnTo>
                        <a:pt x="916" y="131"/>
                      </a:lnTo>
                      <a:lnTo>
                        <a:pt x="423" y="132"/>
                      </a:lnTo>
                      <a:moveTo>
                        <a:pt x="942" y="17"/>
                      </a:moveTo>
                      <a:cubicBezTo>
                        <a:pt x="1072" y="17"/>
                        <a:pt x="1186" y="85"/>
                        <a:pt x="1251" y="187"/>
                      </a:cubicBezTo>
                      <a:cubicBezTo>
                        <a:pt x="1285" y="242"/>
                        <a:pt x="1306" y="306"/>
                        <a:pt x="1307" y="376"/>
                      </a:cubicBezTo>
                      <a:lnTo>
                        <a:pt x="1322" y="1409"/>
                      </a:lnTo>
                      <a:lnTo>
                        <a:pt x="18" y="1410"/>
                      </a:lnTo>
                      <a:lnTo>
                        <a:pt x="32" y="377"/>
                      </a:lnTo>
                      <a:cubicBezTo>
                        <a:pt x="33" y="307"/>
                        <a:pt x="54" y="242"/>
                        <a:pt x="88" y="187"/>
                      </a:cubicBezTo>
                      <a:cubicBezTo>
                        <a:pt x="153" y="85"/>
                        <a:pt x="267" y="18"/>
                        <a:pt x="397" y="17"/>
                      </a:cubicBezTo>
                      <a:lnTo>
                        <a:pt x="94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8" name="Google Shape;248;p11"/>
                <p:cNvSpPr/>
                <p:nvPr/>
              </p:nvSpPr>
              <p:spPr>
                <a:xfrm>
                  <a:off x="5311080" y="3122640"/>
                  <a:ext cx="127080" cy="885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" h="2461" extrusionOk="0">
                      <a:moveTo>
                        <a:pt x="311" y="0"/>
                      </a:moveTo>
                      <a:lnTo>
                        <a:pt x="294" y="0"/>
                      </a:lnTo>
                      <a:cubicBezTo>
                        <a:pt x="215" y="0"/>
                        <a:pt x="141" y="34"/>
                        <a:pt x="86" y="96"/>
                      </a:cubicBezTo>
                      <a:cubicBezTo>
                        <a:pt x="31" y="158"/>
                        <a:pt x="0" y="239"/>
                        <a:pt x="0" y="326"/>
                      </a:cubicBezTo>
                      <a:lnTo>
                        <a:pt x="40" y="1698"/>
                      </a:lnTo>
                      <a:cubicBezTo>
                        <a:pt x="41" y="1973"/>
                        <a:pt x="143" y="2239"/>
                        <a:pt x="322" y="2428"/>
                      </a:cubicBezTo>
                      <a:lnTo>
                        <a:pt x="353" y="2461"/>
                      </a:lnTo>
                      <a:lnTo>
                        <a:pt x="352" y="2415"/>
                      </a:lnTo>
                      <a:lnTo>
                        <a:pt x="312" y="17"/>
                      </a:lnTo>
                      <a:lnTo>
                        <a:pt x="311" y="0"/>
                      </a:lnTo>
                      <a:moveTo>
                        <a:pt x="294" y="17"/>
                      </a:moveTo>
                      <a:lnTo>
                        <a:pt x="335" y="2416"/>
                      </a:lnTo>
                      <a:cubicBezTo>
                        <a:pt x="158" y="2229"/>
                        <a:pt x="58" y="1969"/>
                        <a:pt x="58" y="1697"/>
                      </a:cubicBezTo>
                      <a:lnTo>
                        <a:pt x="18" y="326"/>
                      </a:lnTo>
                      <a:cubicBezTo>
                        <a:pt x="18" y="156"/>
                        <a:pt x="141" y="17"/>
                        <a:pt x="294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9" name="Google Shape;249;p11"/>
                <p:cNvSpPr/>
                <p:nvPr/>
              </p:nvSpPr>
              <p:spPr>
                <a:xfrm>
                  <a:off x="4625280" y="3123000"/>
                  <a:ext cx="126000" cy="885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" h="2461" extrusionOk="0">
                      <a:moveTo>
                        <a:pt x="56" y="0"/>
                      </a:moveTo>
                      <a:lnTo>
                        <a:pt x="56" y="0"/>
                      </a:lnTo>
                      <a:lnTo>
                        <a:pt x="39" y="0"/>
                      </a:lnTo>
                      <a:lnTo>
                        <a:pt x="39" y="17"/>
                      </a:lnTo>
                      <a:lnTo>
                        <a:pt x="1" y="2416"/>
                      </a:lnTo>
                      <a:lnTo>
                        <a:pt x="0" y="2461"/>
                      </a:lnTo>
                      <a:lnTo>
                        <a:pt x="31" y="2428"/>
                      </a:lnTo>
                      <a:cubicBezTo>
                        <a:pt x="210" y="2239"/>
                        <a:pt x="312" y="1972"/>
                        <a:pt x="312" y="1697"/>
                      </a:cubicBezTo>
                      <a:lnTo>
                        <a:pt x="350" y="327"/>
                      </a:lnTo>
                      <a:cubicBezTo>
                        <a:pt x="350" y="239"/>
                        <a:pt x="320" y="158"/>
                        <a:pt x="265" y="96"/>
                      </a:cubicBezTo>
                      <a:cubicBezTo>
                        <a:pt x="209" y="34"/>
                        <a:pt x="135" y="0"/>
                        <a:pt x="56" y="0"/>
                      </a:cubicBezTo>
                      <a:moveTo>
                        <a:pt x="56" y="17"/>
                      </a:moveTo>
                      <a:cubicBezTo>
                        <a:pt x="209" y="17"/>
                        <a:pt x="333" y="156"/>
                        <a:pt x="332" y="326"/>
                      </a:cubicBezTo>
                      <a:lnTo>
                        <a:pt x="294" y="1697"/>
                      </a:lnTo>
                      <a:cubicBezTo>
                        <a:pt x="294" y="1969"/>
                        <a:pt x="195" y="2229"/>
                        <a:pt x="18" y="2416"/>
                      </a:cubicBezTo>
                      <a:lnTo>
                        <a:pt x="56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0" name="Google Shape;250;p11"/>
                <p:cNvSpPr/>
                <p:nvPr/>
              </p:nvSpPr>
              <p:spPr>
                <a:xfrm>
                  <a:off x="4775400" y="3925080"/>
                  <a:ext cx="511560" cy="101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1" h="283" extrusionOk="0">
                      <a:moveTo>
                        <a:pt x="1421" y="0"/>
                      </a:moveTo>
                      <a:lnTo>
                        <a:pt x="1379" y="13"/>
                      </a:lnTo>
                      <a:cubicBezTo>
                        <a:pt x="1377" y="14"/>
                        <a:pt x="1132" y="91"/>
                        <a:pt x="712" y="91"/>
                      </a:cubicBezTo>
                      <a:lnTo>
                        <a:pt x="710" y="91"/>
                      </a:lnTo>
                      <a:cubicBezTo>
                        <a:pt x="291" y="91"/>
                        <a:pt x="47" y="15"/>
                        <a:pt x="44" y="14"/>
                      </a:cubicBezTo>
                      <a:lnTo>
                        <a:pt x="0" y="0"/>
                      </a:lnTo>
                      <a:lnTo>
                        <a:pt x="24" y="40"/>
                      </a:lnTo>
                      <a:lnTo>
                        <a:pt x="116" y="197"/>
                      </a:lnTo>
                      <a:lnTo>
                        <a:pt x="119" y="202"/>
                      </a:lnTo>
                      <a:lnTo>
                        <a:pt x="125" y="204"/>
                      </a:lnTo>
                      <a:cubicBezTo>
                        <a:pt x="133" y="207"/>
                        <a:pt x="342" y="283"/>
                        <a:pt x="709" y="283"/>
                      </a:cubicBezTo>
                      <a:lnTo>
                        <a:pt x="712" y="283"/>
                      </a:lnTo>
                      <a:cubicBezTo>
                        <a:pt x="1059" y="283"/>
                        <a:pt x="1275" y="214"/>
                        <a:pt x="1299" y="207"/>
                      </a:cubicBezTo>
                      <a:cubicBezTo>
                        <a:pt x="1303" y="205"/>
                        <a:pt x="1306" y="204"/>
                        <a:pt x="1306" y="204"/>
                      </a:cubicBezTo>
                      <a:lnTo>
                        <a:pt x="1313" y="202"/>
                      </a:lnTo>
                      <a:lnTo>
                        <a:pt x="1317" y="196"/>
                      </a:lnTo>
                      <a:lnTo>
                        <a:pt x="1400" y="38"/>
                      </a:lnTo>
                      <a:lnTo>
                        <a:pt x="1421" y="0"/>
                      </a:lnTo>
                      <a:moveTo>
                        <a:pt x="1385" y="30"/>
                      </a:moveTo>
                      <a:lnTo>
                        <a:pt x="1301" y="187"/>
                      </a:lnTo>
                      <a:cubicBezTo>
                        <a:pt x="1301" y="187"/>
                        <a:pt x="1299" y="188"/>
                        <a:pt x="1293" y="190"/>
                      </a:cubicBezTo>
                      <a:cubicBezTo>
                        <a:pt x="1250" y="204"/>
                        <a:pt x="1041" y="266"/>
                        <a:pt x="713" y="266"/>
                      </a:cubicBezTo>
                      <a:lnTo>
                        <a:pt x="712" y="266"/>
                      </a:lnTo>
                      <a:cubicBezTo>
                        <a:pt x="711" y="266"/>
                        <a:pt x="710" y="266"/>
                        <a:pt x="709" y="266"/>
                      </a:cubicBezTo>
                      <a:cubicBezTo>
                        <a:pt x="341" y="266"/>
                        <a:pt x="131" y="188"/>
                        <a:pt x="131" y="188"/>
                      </a:cubicBezTo>
                      <a:lnTo>
                        <a:pt x="39" y="31"/>
                      </a:lnTo>
                      <a:cubicBezTo>
                        <a:pt x="39" y="31"/>
                        <a:pt x="283" y="109"/>
                        <a:pt x="710" y="109"/>
                      </a:cubicBezTo>
                      <a:lnTo>
                        <a:pt x="712" y="109"/>
                      </a:lnTo>
                      <a:cubicBezTo>
                        <a:pt x="1140" y="109"/>
                        <a:pt x="1385" y="30"/>
                        <a:pt x="1385" y="3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1" name="Google Shape;251;p11"/>
                <p:cNvSpPr/>
                <p:nvPr/>
              </p:nvSpPr>
              <p:spPr>
                <a:xfrm>
                  <a:off x="4815720" y="2678040"/>
                  <a:ext cx="430920" cy="293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7" h="816" extrusionOk="0">
                      <a:moveTo>
                        <a:pt x="1197" y="0"/>
                      </a:moveTo>
                      <a:lnTo>
                        <a:pt x="1179" y="0"/>
                      </a:lnTo>
                      <a:lnTo>
                        <a:pt x="17" y="1"/>
                      </a:lnTo>
                      <a:lnTo>
                        <a:pt x="0" y="1"/>
                      </a:lnTo>
                      <a:lnTo>
                        <a:pt x="0" y="18"/>
                      </a:lnTo>
                      <a:lnTo>
                        <a:pt x="0" y="755"/>
                      </a:lnTo>
                      <a:lnTo>
                        <a:pt x="0" y="816"/>
                      </a:lnTo>
                      <a:lnTo>
                        <a:pt x="32" y="765"/>
                      </a:lnTo>
                      <a:cubicBezTo>
                        <a:pt x="97" y="664"/>
                        <a:pt x="206" y="603"/>
                        <a:pt x="326" y="603"/>
                      </a:cubicBezTo>
                      <a:lnTo>
                        <a:pt x="871" y="603"/>
                      </a:lnTo>
                      <a:cubicBezTo>
                        <a:pt x="991" y="603"/>
                        <a:pt x="1101" y="664"/>
                        <a:pt x="1165" y="765"/>
                      </a:cubicBezTo>
                      <a:lnTo>
                        <a:pt x="1197" y="816"/>
                      </a:lnTo>
                      <a:lnTo>
                        <a:pt x="1197" y="755"/>
                      </a:lnTo>
                      <a:lnTo>
                        <a:pt x="1197" y="18"/>
                      </a:lnTo>
                      <a:lnTo>
                        <a:pt x="1197" y="0"/>
                      </a:lnTo>
                      <a:moveTo>
                        <a:pt x="1179" y="18"/>
                      </a:moveTo>
                      <a:lnTo>
                        <a:pt x="1180" y="755"/>
                      </a:lnTo>
                      <a:cubicBezTo>
                        <a:pt x="1115" y="653"/>
                        <a:pt x="1001" y="586"/>
                        <a:pt x="871" y="586"/>
                      </a:cubicBezTo>
                      <a:lnTo>
                        <a:pt x="871" y="586"/>
                      </a:lnTo>
                      <a:lnTo>
                        <a:pt x="326" y="586"/>
                      </a:lnTo>
                      <a:cubicBezTo>
                        <a:pt x="196" y="586"/>
                        <a:pt x="82" y="654"/>
                        <a:pt x="17" y="755"/>
                      </a:cubicBezTo>
                      <a:lnTo>
                        <a:pt x="17" y="18"/>
                      </a:lnTo>
                      <a:lnTo>
                        <a:pt x="1179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" name="Google Shape;252;p11"/>
                <p:cNvSpPr/>
                <p:nvPr/>
              </p:nvSpPr>
              <p:spPr>
                <a:xfrm>
                  <a:off x="4472640" y="2716200"/>
                  <a:ext cx="326520" cy="1801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7" h="5003" extrusionOk="0">
                      <a:moveTo>
                        <a:pt x="904" y="0"/>
                      </a:moveTo>
                      <a:lnTo>
                        <a:pt x="887" y="0"/>
                      </a:lnTo>
                      <a:lnTo>
                        <a:pt x="811" y="1"/>
                      </a:lnTo>
                      <a:cubicBezTo>
                        <a:pt x="475" y="1"/>
                        <a:pt x="202" y="274"/>
                        <a:pt x="202" y="609"/>
                      </a:cubicBezTo>
                      <a:lnTo>
                        <a:pt x="197" y="852"/>
                      </a:lnTo>
                      <a:cubicBezTo>
                        <a:pt x="116" y="857"/>
                        <a:pt x="52" y="924"/>
                        <a:pt x="52" y="1006"/>
                      </a:cubicBezTo>
                      <a:lnTo>
                        <a:pt x="53" y="1547"/>
                      </a:lnTo>
                      <a:cubicBezTo>
                        <a:pt x="53" y="1621"/>
                        <a:pt x="106" y="1684"/>
                        <a:pt x="178" y="1698"/>
                      </a:cubicBezTo>
                      <a:lnTo>
                        <a:pt x="148" y="2977"/>
                      </a:lnTo>
                      <a:cubicBezTo>
                        <a:pt x="109" y="2979"/>
                        <a:pt x="73" y="2995"/>
                        <a:pt x="45" y="3022"/>
                      </a:cubicBezTo>
                      <a:cubicBezTo>
                        <a:pt x="16" y="3051"/>
                        <a:pt x="0" y="3090"/>
                        <a:pt x="0" y="3131"/>
                      </a:cubicBezTo>
                      <a:lnTo>
                        <a:pt x="0" y="3673"/>
                      </a:lnTo>
                      <a:cubicBezTo>
                        <a:pt x="0" y="3758"/>
                        <a:pt x="70" y="3827"/>
                        <a:pt x="155" y="3827"/>
                      </a:cubicBezTo>
                      <a:lnTo>
                        <a:pt x="201" y="3827"/>
                      </a:lnTo>
                      <a:lnTo>
                        <a:pt x="276" y="4288"/>
                      </a:lnTo>
                      <a:cubicBezTo>
                        <a:pt x="328" y="4613"/>
                        <a:pt x="555" y="4878"/>
                        <a:pt x="883" y="4995"/>
                      </a:cubicBezTo>
                      <a:lnTo>
                        <a:pt x="906" y="5003"/>
                      </a:lnTo>
                      <a:lnTo>
                        <a:pt x="906" y="4978"/>
                      </a:lnTo>
                      <a:lnTo>
                        <a:pt x="906" y="4889"/>
                      </a:lnTo>
                      <a:lnTo>
                        <a:pt x="906" y="4878"/>
                      </a:lnTo>
                      <a:lnTo>
                        <a:pt x="896" y="4873"/>
                      </a:lnTo>
                      <a:cubicBezTo>
                        <a:pt x="893" y="4872"/>
                        <a:pt x="682" y="4784"/>
                        <a:pt x="601" y="4700"/>
                      </a:cubicBezTo>
                      <a:cubicBezTo>
                        <a:pt x="556" y="4653"/>
                        <a:pt x="531" y="4590"/>
                        <a:pt x="531" y="4522"/>
                      </a:cubicBezTo>
                      <a:lnTo>
                        <a:pt x="530" y="4468"/>
                      </a:lnTo>
                      <a:cubicBezTo>
                        <a:pt x="530" y="4450"/>
                        <a:pt x="539" y="4437"/>
                        <a:pt x="546" y="4431"/>
                      </a:cubicBezTo>
                      <a:cubicBezTo>
                        <a:pt x="556" y="4422"/>
                        <a:pt x="569" y="4416"/>
                        <a:pt x="583" y="4416"/>
                      </a:cubicBezTo>
                      <a:cubicBezTo>
                        <a:pt x="592" y="4416"/>
                        <a:pt x="606" y="4419"/>
                        <a:pt x="619" y="4432"/>
                      </a:cubicBezTo>
                      <a:lnTo>
                        <a:pt x="877" y="4656"/>
                      </a:lnTo>
                      <a:lnTo>
                        <a:pt x="907" y="4681"/>
                      </a:lnTo>
                      <a:lnTo>
                        <a:pt x="907" y="4643"/>
                      </a:lnTo>
                      <a:lnTo>
                        <a:pt x="906" y="3546"/>
                      </a:lnTo>
                      <a:lnTo>
                        <a:pt x="906" y="3541"/>
                      </a:lnTo>
                      <a:lnTo>
                        <a:pt x="903" y="3537"/>
                      </a:lnTo>
                      <a:lnTo>
                        <a:pt x="814" y="3384"/>
                      </a:lnTo>
                      <a:lnTo>
                        <a:pt x="823" y="2746"/>
                      </a:lnTo>
                      <a:lnTo>
                        <a:pt x="834" y="1978"/>
                      </a:lnTo>
                      <a:lnTo>
                        <a:pt x="848" y="945"/>
                      </a:lnTo>
                      <a:cubicBezTo>
                        <a:pt x="849" y="881"/>
                        <a:pt x="867" y="819"/>
                        <a:pt x="902" y="765"/>
                      </a:cubicBezTo>
                      <a:lnTo>
                        <a:pt x="904" y="760"/>
                      </a:lnTo>
                      <a:lnTo>
                        <a:pt x="904" y="755"/>
                      </a:lnTo>
                      <a:lnTo>
                        <a:pt x="904" y="18"/>
                      </a:lnTo>
                      <a:lnTo>
                        <a:pt x="904" y="0"/>
                      </a:lnTo>
                      <a:moveTo>
                        <a:pt x="887" y="18"/>
                      </a:moveTo>
                      <a:lnTo>
                        <a:pt x="887" y="755"/>
                      </a:lnTo>
                      <a:cubicBezTo>
                        <a:pt x="852" y="810"/>
                        <a:pt x="831" y="875"/>
                        <a:pt x="831" y="945"/>
                      </a:cubicBezTo>
                      <a:lnTo>
                        <a:pt x="816" y="1978"/>
                      </a:lnTo>
                      <a:lnTo>
                        <a:pt x="805" y="2745"/>
                      </a:lnTo>
                      <a:lnTo>
                        <a:pt x="796" y="3389"/>
                      </a:lnTo>
                      <a:lnTo>
                        <a:pt x="888" y="3546"/>
                      </a:lnTo>
                      <a:lnTo>
                        <a:pt x="889" y="4643"/>
                      </a:lnTo>
                      <a:lnTo>
                        <a:pt x="631" y="4419"/>
                      </a:lnTo>
                      <a:cubicBezTo>
                        <a:pt x="617" y="4405"/>
                        <a:pt x="600" y="4399"/>
                        <a:pt x="583" y="4399"/>
                      </a:cubicBezTo>
                      <a:cubicBezTo>
                        <a:pt x="547" y="4399"/>
                        <a:pt x="513" y="4426"/>
                        <a:pt x="513" y="4468"/>
                      </a:cubicBezTo>
                      <a:lnTo>
                        <a:pt x="513" y="4522"/>
                      </a:lnTo>
                      <a:cubicBezTo>
                        <a:pt x="513" y="4593"/>
                        <a:pt x="540" y="4662"/>
                        <a:pt x="589" y="4712"/>
                      </a:cubicBezTo>
                      <a:cubicBezTo>
                        <a:pt x="673" y="4800"/>
                        <a:pt x="889" y="4889"/>
                        <a:pt x="889" y="4889"/>
                      </a:cubicBezTo>
                      <a:lnTo>
                        <a:pt x="889" y="4978"/>
                      </a:lnTo>
                      <a:cubicBezTo>
                        <a:pt x="582" y="4869"/>
                        <a:pt x="348" y="4622"/>
                        <a:pt x="293" y="4285"/>
                      </a:cubicBezTo>
                      <a:lnTo>
                        <a:pt x="216" y="3809"/>
                      </a:lnTo>
                      <a:lnTo>
                        <a:pt x="155" y="3809"/>
                      </a:lnTo>
                      <a:cubicBezTo>
                        <a:pt x="79" y="3809"/>
                        <a:pt x="18" y="3748"/>
                        <a:pt x="18" y="3673"/>
                      </a:cubicBezTo>
                      <a:lnTo>
                        <a:pt x="18" y="3131"/>
                      </a:lnTo>
                      <a:cubicBezTo>
                        <a:pt x="18" y="3056"/>
                        <a:pt x="79" y="2995"/>
                        <a:pt x="154" y="2995"/>
                      </a:cubicBezTo>
                      <a:lnTo>
                        <a:pt x="165" y="2995"/>
                      </a:lnTo>
                      <a:lnTo>
                        <a:pt x="196" y="1682"/>
                      </a:lnTo>
                      <a:cubicBezTo>
                        <a:pt x="126" y="1677"/>
                        <a:pt x="70" y="1619"/>
                        <a:pt x="71" y="1547"/>
                      </a:cubicBezTo>
                      <a:lnTo>
                        <a:pt x="70" y="1006"/>
                      </a:lnTo>
                      <a:cubicBezTo>
                        <a:pt x="70" y="930"/>
                        <a:pt x="131" y="869"/>
                        <a:pt x="206" y="869"/>
                      </a:cubicBezTo>
                      <a:lnTo>
                        <a:pt x="214" y="869"/>
                      </a:lnTo>
                      <a:lnTo>
                        <a:pt x="220" y="609"/>
                      </a:lnTo>
                      <a:cubicBezTo>
                        <a:pt x="220" y="283"/>
                        <a:pt x="484" y="18"/>
                        <a:pt x="811" y="18"/>
                      </a:cubicBezTo>
                      <a:lnTo>
                        <a:pt x="887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" name="Google Shape;253;p11"/>
                <p:cNvSpPr/>
                <p:nvPr/>
              </p:nvSpPr>
              <p:spPr>
                <a:xfrm>
                  <a:off x="4816080" y="4011480"/>
                  <a:ext cx="431280" cy="53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8" h="1475" extrusionOk="0">
                      <a:moveTo>
                        <a:pt x="0" y="0"/>
                      </a:moveTo>
                      <a:lnTo>
                        <a:pt x="0" y="26"/>
                      </a:lnTo>
                      <a:lnTo>
                        <a:pt x="1" y="1101"/>
                      </a:lnTo>
                      <a:lnTo>
                        <a:pt x="1" y="1109"/>
                      </a:lnTo>
                      <a:lnTo>
                        <a:pt x="8" y="1115"/>
                      </a:lnTo>
                      <a:lnTo>
                        <a:pt x="109" y="1193"/>
                      </a:lnTo>
                      <a:cubicBezTo>
                        <a:pt x="121" y="1206"/>
                        <a:pt x="128" y="1223"/>
                        <a:pt x="128" y="1242"/>
                      </a:cubicBezTo>
                      <a:cubicBezTo>
                        <a:pt x="128" y="1260"/>
                        <a:pt x="121" y="1278"/>
                        <a:pt x="107" y="1291"/>
                      </a:cubicBezTo>
                      <a:cubicBezTo>
                        <a:pt x="94" y="1304"/>
                        <a:pt x="77" y="1311"/>
                        <a:pt x="59" y="1311"/>
                      </a:cubicBezTo>
                      <a:cubicBezTo>
                        <a:pt x="51" y="1311"/>
                        <a:pt x="42" y="1310"/>
                        <a:pt x="34" y="1306"/>
                      </a:cubicBezTo>
                      <a:cubicBezTo>
                        <a:pt x="31" y="1305"/>
                        <a:pt x="29" y="1304"/>
                        <a:pt x="27" y="1303"/>
                      </a:cubicBezTo>
                      <a:lnTo>
                        <a:pt x="1" y="1290"/>
                      </a:lnTo>
                      <a:lnTo>
                        <a:pt x="1" y="1319"/>
                      </a:lnTo>
                      <a:lnTo>
                        <a:pt x="1" y="1403"/>
                      </a:lnTo>
                      <a:lnTo>
                        <a:pt x="1" y="1416"/>
                      </a:lnTo>
                      <a:lnTo>
                        <a:pt x="12" y="1420"/>
                      </a:lnTo>
                      <a:cubicBezTo>
                        <a:pt x="113" y="1456"/>
                        <a:pt x="218" y="1475"/>
                        <a:pt x="325" y="1475"/>
                      </a:cubicBezTo>
                      <a:lnTo>
                        <a:pt x="328" y="1475"/>
                      </a:lnTo>
                      <a:lnTo>
                        <a:pt x="872" y="1475"/>
                      </a:lnTo>
                      <a:cubicBezTo>
                        <a:pt x="979" y="1474"/>
                        <a:pt x="1085" y="1456"/>
                        <a:pt x="1187" y="1420"/>
                      </a:cubicBezTo>
                      <a:lnTo>
                        <a:pt x="1198" y="1416"/>
                      </a:lnTo>
                      <a:lnTo>
                        <a:pt x="1198" y="1403"/>
                      </a:lnTo>
                      <a:lnTo>
                        <a:pt x="1198" y="1318"/>
                      </a:lnTo>
                      <a:lnTo>
                        <a:pt x="1198" y="1290"/>
                      </a:lnTo>
                      <a:lnTo>
                        <a:pt x="1173" y="1303"/>
                      </a:lnTo>
                      <a:cubicBezTo>
                        <a:pt x="1171" y="1303"/>
                        <a:pt x="1170" y="1304"/>
                        <a:pt x="1169" y="1304"/>
                      </a:cubicBezTo>
                      <a:cubicBezTo>
                        <a:pt x="1167" y="1305"/>
                        <a:pt x="1166" y="1305"/>
                        <a:pt x="1165" y="1306"/>
                      </a:cubicBezTo>
                      <a:cubicBezTo>
                        <a:pt x="1157" y="1309"/>
                        <a:pt x="1149" y="1311"/>
                        <a:pt x="1140" y="1311"/>
                      </a:cubicBezTo>
                      <a:cubicBezTo>
                        <a:pt x="1102" y="1311"/>
                        <a:pt x="1071" y="1279"/>
                        <a:pt x="1071" y="1241"/>
                      </a:cubicBezTo>
                      <a:cubicBezTo>
                        <a:pt x="1071" y="1223"/>
                        <a:pt x="1078" y="1206"/>
                        <a:pt x="1090" y="1193"/>
                      </a:cubicBezTo>
                      <a:lnTo>
                        <a:pt x="1190" y="1132"/>
                      </a:lnTo>
                      <a:lnTo>
                        <a:pt x="1198" y="1127"/>
                      </a:lnTo>
                      <a:lnTo>
                        <a:pt x="1198" y="1117"/>
                      </a:lnTo>
                      <a:lnTo>
                        <a:pt x="1198" y="28"/>
                      </a:lnTo>
                      <a:lnTo>
                        <a:pt x="1198" y="3"/>
                      </a:lnTo>
                      <a:lnTo>
                        <a:pt x="1175" y="11"/>
                      </a:lnTo>
                      <a:cubicBezTo>
                        <a:pt x="1152" y="19"/>
                        <a:pt x="940" y="86"/>
                        <a:pt x="600" y="86"/>
                      </a:cubicBezTo>
                      <a:lnTo>
                        <a:pt x="596" y="86"/>
                      </a:lnTo>
                      <a:cubicBezTo>
                        <a:pt x="236" y="86"/>
                        <a:pt x="26" y="10"/>
                        <a:pt x="24" y="9"/>
                      </a:cubicBezTo>
                      <a:lnTo>
                        <a:pt x="0" y="0"/>
                      </a:lnTo>
                      <a:moveTo>
                        <a:pt x="18" y="26"/>
                      </a:moveTo>
                      <a:cubicBezTo>
                        <a:pt x="18" y="26"/>
                        <a:pt x="228" y="104"/>
                        <a:pt x="596" y="104"/>
                      </a:cubicBezTo>
                      <a:cubicBezTo>
                        <a:pt x="597" y="104"/>
                        <a:pt x="598" y="104"/>
                        <a:pt x="599" y="104"/>
                      </a:cubicBezTo>
                      <a:lnTo>
                        <a:pt x="600" y="104"/>
                      </a:lnTo>
                      <a:cubicBezTo>
                        <a:pt x="928" y="104"/>
                        <a:pt x="1138" y="42"/>
                        <a:pt x="1180" y="28"/>
                      </a:cubicBezTo>
                      <a:lnTo>
                        <a:pt x="1180" y="1117"/>
                      </a:lnTo>
                      <a:lnTo>
                        <a:pt x="1079" y="1180"/>
                      </a:lnTo>
                      <a:cubicBezTo>
                        <a:pt x="1063" y="1196"/>
                        <a:pt x="1053" y="1218"/>
                        <a:pt x="1053" y="1241"/>
                      </a:cubicBezTo>
                      <a:cubicBezTo>
                        <a:pt x="1054" y="1291"/>
                        <a:pt x="1094" y="1328"/>
                        <a:pt x="1140" y="1328"/>
                      </a:cubicBezTo>
                      <a:cubicBezTo>
                        <a:pt x="1150" y="1328"/>
                        <a:pt x="1161" y="1326"/>
                        <a:pt x="1172" y="1322"/>
                      </a:cubicBezTo>
                      <a:cubicBezTo>
                        <a:pt x="1175" y="1321"/>
                        <a:pt x="1178" y="1320"/>
                        <a:pt x="1181" y="1318"/>
                      </a:cubicBezTo>
                      <a:lnTo>
                        <a:pt x="1181" y="1403"/>
                      </a:lnTo>
                      <a:cubicBezTo>
                        <a:pt x="1084" y="1438"/>
                        <a:pt x="979" y="1457"/>
                        <a:pt x="872" y="1457"/>
                      </a:cubicBezTo>
                      <a:lnTo>
                        <a:pt x="328" y="1457"/>
                      </a:lnTo>
                      <a:cubicBezTo>
                        <a:pt x="327" y="1457"/>
                        <a:pt x="326" y="1457"/>
                        <a:pt x="325" y="1457"/>
                      </a:cubicBezTo>
                      <a:cubicBezTo>
                        <a:pt x="218" y="1457"/>
                        <a:pt x="114" y="1438"/>
                        <a:pt x="18" y="1403"/>
                      </a:cubicBezTo>
                      <a:lnTo>
                        <a:pt x="19" y="1319"/>
                      </a:lnTo>
                      <a:cubicBezTo>
                        <a:pt x="22" y="1320"/>
                        <a:pt x="24" y="1322"/>
                        <a:pt x="27" y="1323"/>
                      </a:cubicBezTo>
                      <a:cubicBezTo>
                        <a:pt x="38" y="1327"/>
                        <a:pt x="49" y="1329"/>
                        <a:pt x="59" y="1329"/>
                      </a:cubicBezTo>
                      <a:cubicBezTo>
                        <a:pt x="105" y="1329"/>
                        <a:pt x="146" y="1291"/>
                        <a:pt x="146" y="1242"/>
                      </a:cubicBezTo>
                      <a:cubicBezTo>
                        <a:pt x="146" y="1218"/>
                        <a:pt x="137" y="1196"/>
                        <a:pt x="120" y="1180"/>
                      </a:cubicBezTo>
                      <a:lnTo>
                        <a:pt x="19" y="1101"/>
                      </a:lnTo>
                      <a:lnTo>
                        <a:pt x="18" y="2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4" name="Google Shape;254;p11"/>
                <p:cNvSpPr/>
                <p:nvPr/>
              </p:nvSpPr>
              <p:spPr>
                <a:xfrm>
                  <a:off x="5259240" y="2716200"/>
                  <a:ext cx="326520" cy="1801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7" h="5003" extrusionOk="0">
                      <a:moveTo>
                        <a:pt x="93" y="0"/>
                      </a:moveTo>
                      <a:lnTo>
                        <a:pt x="93" y="0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755"/>
                      </a:lnTo>
                      <a:lnTo>
                        <a:pt x="0" y="760"/>
                      </a:lnTo>
                      <a:lnTo>
                        <a:pt x="3" y="764"/>
                      </a:lnTo>
                      <a:cubicBezTo>
                        <a:pt x="37" y="819"/>
                        <a:pt x="56" y="881"/>
                        <a:pt x="57" y="945"/>
                      </a:cubicBezTo>
                      <a:lnTo>
                        <a:pt x="72" y="1977"/>
                      </a:lnTo>
                      <a:lnTo>
                        <a:pt x="84" y="2745"/>
                      </a:lnTo>
                      <a:lnTo>
                        <a:pt x="93" y="3384"/>
                      </a:lnTo>
                      <a:lnTo>
                        <a:pt x="4" y="3539"/>
                      </a:lnTo>
                      <a:lnTo>
                        <a:pt x="2" y="3543"/>
                      </a:lnTo>
                      <a:lnTo>
                        <a:pt x="2" y="3548"/>
                      </a:lnTo>
                      <a:lnTo>
                        <a:pt x="2" y="4676"/>
                      </a:lnTo>
                      <a:lnTo>
                        <a:pt x="2" y="4718"/>
                      </a:lnTo>
                      <a:lnTo>
                        <a:pt x="33" y="4688"/>
                      </a:lnTo>
                      <a:lnTo>
                        <a:pt x="290" y="4431"/>
                      </a:lnTo>
                      <a:cubicBezTo>
                        <a:pt x="302" y="4418"/>
                        <a:pt x="316" y="4416"/>
                        <a:pt x="326" y="4416"/>
                      </a:cubicBezTo>
                      <a:cubicBezTo>
                        <a:pt x="351" y="4416"/>
                        <a:pt x="378" y="4435"/>
                        <a:pt x="378" y="4467"/>
                      </a:cubicBezTo>
                      <a:lnTo>
                        <a:pt x="378" y="4521"/>
                      </a:lnTo>
                      <a:cubicBezTo>
                        <a:pt x="378" y="4589"/>
                        <a:pt x="353" y="4652"/>
                        <a:pt x="307" y="4699"/>
                      </a:cubicBezTo>
                      <a:cubicBezTo>
                        <a:pt x="228" y="4782"/>
                        <a:pt x="130" y="4827"/>
                        <a:pt x="11" y="4876"/>
                      </a:cubicBezTo>
                      <a:lnTo>
                        <a:pt x="0" y="4881"/>
                      </a:lnTo>
                      <a:lnTo>
                        <a:pt x="0" y="4893"/>
                      </a:lnTo>
                      <a:lnTo>
                        <a:pt x="3" y="4979"/>
                      </a:lnTo>
                      <a:lnTo>
                        <a:pt x="3" y="5003"/>
                      </a:lnTo>
                      <a:lnTo>
                        <a:pt x="26" y="4995"/>
                      </a:lnTo>
                      <a:cubicBezTo>
                        <a:pt x="354" y="4877"/>
                        <a:pt x="581" y="4612"/>
                        <a:pt x="633" y="4286"/>
                      </a:cubicBezTo>
                      <a:lnTo>
                        <a:pt x="706" y="3826"/>
                      </a:lnTo>
                      <a:lnTo>
                        <a:pt x="753" y="3826"/>
                      </a:lnTo>
                      <a:cubicBezTo>
                        <a:pt x="838" y="3825"/>
                        <a:pt x="907" y="3756"/>
                        <a:pt x="907" y="3671"/>
                      </a:cubicBezTo>
                      <a:lnTo>
                        <a:pt x="907" y="3130"/>
                      </a:lnTo>
                      <a:cubicBezTo>
                        <a:pt x="907" y="3047"/>
                        <a:pt x="841" y="2979"/>
                        <a:pt x="759" y="2976"/>
                      </a:cubicBezTo>
                      <a:lnTo>
                        <a:pt x="728" y="1697"/>
                      </a:lnTo>
                      <a:cubicBezTo>
                        <a:pt x="799" y="1683"/>
                        <a:pt x="853" y="1619"/>
                        <a:pt x="853" y="1546"/>
                      </a:cubicBezTo>
                      <a:lnTo>
                        <a:pt x="853" y="1004"/>
                      </a:lnTo>
                      <a:cubicBezTo>
                        <a:pt x="852" y="923"/>
                        <a:pt x="788" y="856"/>
                        <a:pt x="708" y="851"/>
                      </a:cubicBezTo>
                      <a:lnTo>
                        <a:pt x="702" y="608"/>
                      </a:lnTo>
                      <a:cubicBezTo>
                        <a:pt x="702" y="446"/>
                        <a:pt x="639" y="293"/>
                        <a:pt x="524" y="178"/>
                      </a:cubicBezTo>
                      <a:cubicBezTo>
                        <a:pt x="409" y="63"/>
                        <a:pt x="256" y="0"/>
                        <a:pt x="93" y="0"/>
                      </a:cubicBezTo>
                      <a:moveTo>
                        <a:pt x="93" y="18"/>
                      </a:moveTo>
                      <a:cubicBezTo>
                        <a:pt x="420" y="18"/>
                        <a:pt x="685" y="282"/>
                        <a:pt x="685" y="608"/>
                      </a:cubicBezTo>
                      <a:lnTo>
                        <a:pt x="691" y="868"/>
                      </a:lnTo>
                      <a:lnTo>
                        <a:pt x="698" y="868"/>
                      </a:lnTo>
                      <a:cubicBezTo>
                        <a:pt x="774" y="868"/>
                        <a:pt x="835" y="929"/>
                        <a:pt x="835" y="1004"/>
                      </a:cubicBezTo>
                      <a:lnTo>
                        <a:pt x="835" y="1546"/>
                      </a:lnTo>
                      <a:cubicBezTo>
                        <a:pt x="835" y="1617"/>
                        <a:pt x="780" y="1676"/>
                        <a:pt x="710" y="1681"/>
                      </a:cubicBezTo>
                      <a:lnTo>
                        <a:pt x="742" y="2993"/>
                      </a:lnTo>
                      <a:lnTo>
                        <a:pt x="753" y="2993"/>
                      </a:lnTo>
                      <a:lnTo>
                        <a:pt x="753" y="2993"/>
                      </a:lnTo>
                      <a:cubicBezTo>
                        <a:pt x="828" y="2993"/>
                        <a:pt x="889" y="3054"/>
                        <a:pt x="889" y="3130"/>
                      </a:cubicBezTo>
                      <a:lnTo>
                        <a:pt x="889" y="3671"/>
                      </a:lnTo>
                      <a:cubicBezTo>
                        <a:pt x="889" y="3747"/>
                        <a:pt x="828" y="3808"/>
                        <a:pt x="753" y="3808"/>
                      </a:cubicBezTo>
                      <a:lnTo>
                        <a:pt x="691" y="3808"/>
                      </a:lnTo>
                      <a:lnTo>
                        <a:pt x="615" y="4284"/>
                      </a:lnTo>
                      <a:cubicBezTo>
                        <a:pt x="561" y="4621"/>
                        <a:pt x="327" y="4868"/>
                        <a:pt x="20" y="4978"/>
                      </a:cubicBezTo>
                      <a:lnTo>
                        <a:pt x="18" y="4893"/>
                      </a:lnTo>
                      <a:lnTo>
                        <a:pt x="18" y="4893"/>
                      </a:lnTo>
                      <a:cubicBezTo>
                        <a:pt x="131" y="4845"/>
                        <a:pt x="236" y="4799"/>
                        <a:pt x="320" y="4712"/>
                      </a:cubicBezTo>
                      <a:cubicBezTo>
                        <a:pt x="369" y="4661"/>
                        <a:pt x="396" y="4592"/>
                        <a:pt x="396" y="4521"/>
                      </a:cubicBezTo>
                      <a:lnTo>
                        <a:pt x="396" y="4467"/>
                      </a:lnTo>
                      <a:cubicBezTo>
                        <a:pt x="396" y="4426"/>
                        <a:pt x="361" y="4398"/>
                        <a:pt x="326" y="4398"/>
                      </a:cubicBezTo>
                      <a:cubicBezTo>
                        <a:pt x="309" y="4398"/>
                        <a:pt x="291" y="4404"/>
                        <a:pt x="277" y="4418"/>
                      </a:cubicBezTo>
                      <a:lnTo>
                        <a:pt x="20" y="4676"/>
                      </a:lnTo>
                      <a:lnTo>
                        <a:pt x="19" y="3548"/>
                      </a:lnTo>
                      <a:lnTo>
                        <a:pt x="111" y="3388"/>
                      </a:lnTo>
                      <a:lnTo>
                        <a:pt x="101" y="2745"/>
                      </a:lnTo>
                      <a:lnTo>
                        <a:pt x="90" y="1977"/>
                      </a:lnTo>
                      <a:lnTo>
                        <a:pt x="74" y="944"/>
                      </a:lnTo>
                      <a:cubicBezTo>
                        <a:pt x="73" y="874"/>
                        <a:pt x="53" y="810"/>
                        <a:pt x="18" y="755"/>
                      </a:cubicBezTo>
                      <a:lnTo>
                        <a:pt x="18" y="18"/>
                      </a:lnTo>
                      <a:lnTo>
                        <a:pt x="93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5" name="Google Shape;255;p11"/>
              <p:cNvGrpSpPr/>
              <p:nvPr/>
            </p:nvGrpSpPr>
            <p:grpSpPr>
              <a:xfrm rot="-1799782">
                <a:off x="6513545" y="594601"/>
                <a:ext cx="1009711" cy="1691233"/>
                <a:chOff x="4472640" y="2678040"/>
                <a:chExt cx="1113120" cy="1864440"/>
              </a:xfrm>
            </p:grpSpPr>
            <p:sp>
              <p:nvSpPr>
                <p:cNvPr id="256" name="Google Shape;256;p11"/>
                <p:cNvSpPr/>
                <p:nvPr/>
              </p:nvSpPr>
              <p:spPr>
                <a:xfrm>
                  <a:off x="5290200" y="2775600"/>
                  <a:ext cx="148680" cy="181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" h="503" extrusionOk="0">
                      <a:moveTo>
                        <a:pt x="108" y="0"/>
                      </a:moveTo>
                      <a:lnTo>
                        <a:pt x="108" y="0"/>
                      </a:lnTo>
                      <a:cubicBezTo>
                        <a:pt x="79" y="0"/>
                        <a:pt x="51" y="11"/>
                        <a:pt x="31" y="31"/>
                      </a:cubicBezTo>
                      <a:cubicBezTo>
                        <a:pt x="11" y="52"/>
                        <a:pt x="0" y="79"/>
                        <a:pt x="0" y="108"/>
                      </a:cubicBezTo>
                      <a:lnTo>
                        <a:pt x="0" y="148"/>
                      </a:lnTo>
                      <a:cubicBezTo>
                        <a:pt x="0" y="176"/>
                        <a:pt x="11" y="204"/>
                        <a:pt x="31" y="224"/>
                      </a:cubicBezTo>
                      <a:lnTo>
                        <a:pt x="289" y="481"/>
                      </a:lnTo>
                      <a:cubicBezTo>
                        <a:pt x="303" y="495"/>
                        <a:pt x="321" y="503"/>
                        <a:pt x="340" y="503"/>
                      </a:cubicBezTo>
                      <a:cubicBezTo>
                        <a:pt x="358" y="503"/>
                        <a:pt x="377" y="496"/>
                        <a:pt x="390" y="483"/>
                      </a:cubicBezTo>
                      <a:cubicBezTo>
                        <a:pt x="405" y="469"/>
                        <a:pt x="413" y="450"/>
                        <a:pt x="413" y="430"/>
                      </a:cubicBezTo>
                      <a:lnTo>
                        <a:pt x="413" y="344"/>
                      </a:lnTo>
                      <a:cubicBezTo>
                        <a:pt x="413" y="176"/>
                        <a:pt x="293" y="32"/>
                        <a:pt x="128" y="1"/>
                      </a:cubicBezTo>
                      <a:cubicBezTo>
                        <a:pt x="122" y="0"/>
                        <a:pt x="115" y="0"/>
                        <a:pt x="108" y="0"/>
                      </a:cubicBezTo>
                      <a:moveTo>
                        <a:pt x="108" y="17"/>
                      </a:moveTo>
                      <a:cubicBezTo>
                        <a:pt x="114" y="17"/>
                        <a:pt x="119" y="18"/>
                        <a:pt x="125" y="19"/>
                      </a:cubicBezTo>
                      <a:cubicBezTo>
                        <a:pt x="279" y="47"/>
                        <a:pt x="395" y="182"/>
                        <a:pt x="395" y="344"/>
                      </a:cubicBezTo>
                      <a:lnTo>
                        <a:pt x="395" y="430"/>
                      </a:lnTo>
                      <a:cubicBezTo>
                        <a:pt x="395" y="463"/>
                        <a:pt x="368" y="485"/>
                        <a:pt x="340" y="485"/>
                      </a:cubicBezTo>
                      <a:cubicBezTo>
                        <a:pt x="326" y="485"/>
                        <a:pt x="313" y="480"/>
                        <a:pt x="301" y="469"/>
                      </a:cubicBezTo>
                      <a:lnTo>
                        <a:pt x="44" y="211"/>
                      </a:lnTo>
                      <a:cubicBezTo>
                        <a:pt x="27" y="194"/>
                        <a:pt x="17" y="172"/>
                        <a:pt x="17" y="148"/>
                      </a:cubicBezTo>
                      <a:lnTo>
                        <a:pt x="17" y="108"/>
                      </a:lnTo>
                      <a:cubicBezTo>
                        <a:pt x="17" y="84"/>
                        <a:pt x="27" y="61"/>
                        <a:pt x="44" y="44"/>
                      </a:cubicBezTo>
                      <a:cubicBezTo>
                        <a:pt x="61" y="27"/>
                        <a:pt x="84" y="17"/>
                        <a:pt x="108" y="1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" name="Google Shape;257;p11"/>
                <p:cNvSpPr/>
                <p:nvPr/>
              </p:nvSpPr>
              <p:spPr>
                <a:xfrm>
                  <a:off x="4623480" y="2775960"/>
                  <a:ext cx="148680" cy="181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" h="503" extrusionOk="0">
                      <a:moveTo>
                        <a:pt x="305" y="0"/>
                      </a:moveTo>
                      <a:lnTo>
                        <a:pt x="305" y="0"/>
                      </a:lnTo>
                      <a:cubicBezTo>
                        <a:pt x="298" y="0"/>
                        <a:pt x="291" y="0"/>
                        <a:pt x="284" y="2"/>
                      </a:cubicBezTo>
                      <a:cubicBezTo>
                        <a:pt x="119" y="32"/>
                        <a:pt x="0" y="176"/>
                        <a:pt x="0" y="344"/>
                      </a:cubicBezTo>
                      <a:lnTo>
                        <a:pt x="0" y="430"/>
                      </a:lnTo>
                      <a:cubicBezTo>
                        <a:pt x="0" y="476"/>
                        <a:pt x="37" y="503"/>
                        <a:pt x="73" y="503"/>
                      </a:cubicBezTo>
                      <a:cubicBezTo>
                        <a:pt x="92" y="503"/>
                        <a:pt x="110" y="495"/>
                        <a:pt x="124" y="481"/>
                      </a:cubicBezTo>
                      <a:lnTo>
                        <a:pt x="381" y="224"/>
                      </a:lnTo>
                      <a:cubicBezTo>
                        <a:pt x="401" y="203"/>
                        <a:pt x="413" y="176"/>
                        <a:pt x="413" y="148"/>
                      </a:cubicBezTo>
                      <a:lnTo>
                        <a:pt x="413" y="108"/>
                      </a:lnTo>
                      <a:cubicBezTo>
                        <a:pt x="413" y="79"/>
                        <a:pt x="401" y="51"/>
                        <a:pt x="381" y="31"/>
                      </a:cubicBezTo>
                      <a:cubicBezTo>
                        <a:pt x="361" y="11"/>
                        <a:pt x="334" y="0"/>
                        <a:pt x="305" y="0"/>
                      </a:cubicBezTo>
                      <a:moveTo>
                        <a:pt x="305" y="17"/>
                      </a:moveTo>
                      <a:cubicBezTo>
                        <a:pt x="329" y="17"/>
                        <a:pt x="351" y="27"/>
                        <a:pt x="369" y="44"/>
                      </a:cubicBezTo>
                      <a:cubicBezTo>
                        <a:pt x="385" y="61"/>
                        <a:pt x="395" y="84"/>
                        <a:pt x="395" y="108"/>
                      </a:cubicBezTo>
                      <a:lnTo>
                        <a:pt x="395" y="148"/>
                      </a:lnTo>
                      <a:cubicBezTo>
                        <a:pt x="395" y="171"/>
                        <a:pt x="385" y="194"/>
                        <a:pt x="369" y="211"/>
                      </a:cubicBezTo>
                      <a:lnTo>
                        <a:pt x="111" y="469"/>
                      </a:lnTo>
                      <a:cubicBezTo>
                        <a:pt x="100" y="480"/>
                        <a:pt x="86" y="485"/>
                        <a:pt x="73" y="485"/>
                      </a:cubicBezTo>
                      <a:cubicBezTo>
                        <a:pt x="45" y="485"/>
                        <a:pt x="18" y="463"/>
                        <a:pt x="18" y="430"/>
                      </a:cubicBezTo>
                      <a:lnTo>
                        <a:pt x="18" y="344"/>
                      </a:lnTo>
                      <a:cubicBezTo>
                        <a:pt x="17" y="182"/>
                        <a:pt x="134" y="47"/>
                        <a:pt x="287" y="19"/>
                      </a:cubicBezTo>
                      <a:cubicBezTo>
                        <a:pt x="293" y="18"/>
                        <a:pt x="299" y="17"/>
                        <a:pt x="305" y="1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" name="Google Shape;258;p11"/>
                <p:cNvSpPr/>
                <p:nvPr/>
              </p:nvSpPr>
              <p:spPr>
                <a:xfrm>
                  <a:off x="4784760" y="3699000"/>
                  <a:ext cx="493560" cy="24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" h="685" extrusionOk="0">
                      <a:moveTo>
                        <a:pt x="1362" y="0"/>
                      </a:moveTo>
                      <a:lnTo>
                        <a:pt x="1344" y="0"/>
                      </a:lnTo>
                      <a:lnTo>
                        <a:pt x="26" y="0"/>
                      </a:lnTo>
                      <a:lnTo>
                        <a:pt x="9" y="0"/>
                      </a:lnTo>
                      <a:lnTo>
                        <a:pt x="9" y="17"/>
                      </a:lnTo>
                      <a:lnTo>
                        <a:pt x="0" y="595"/>
                      </a:lnTo>
                      <a:lnTo>
                        <a:pt x="0" y="609"/>
                      </a:lnTo>
                      <a:lnTo>
                        <a:pt x="13" y="613"/>
                      </a:lnTo>
                      <a:cubicBezTo>
                        <a:pt x="16" y="613"/>
                        <a:pt x="300" y="685"/>
                        <a:pt x="680" y="685"/>
                      </a:cubicBezTo>
                      <a:lnTo>
                        <a:pt x="684" y="685"/>
                      </a:lnTo>
                      <a:cubicBezTo>
                        <a:pt x="1067" y="684"/>
                        <a:pt x="1354" y="613"/>
                        <a:pt x="1357" y="613"/>
                      </a:cubicBezTo>
                      <a:lnTo>
                        <a:pt x="1371" y="609"/>
                      </a:lnTo>
                      <a:lnTo>
                        <a:pt x="1370" y="595"/>
                      </a:lnTo>
                      <a:lnTo>
                        <a:pt x="1362" y="17"/>
                      </a:lnTo>
                      <a:lnTo>
                        <a:pt x="1362" y="0"/>
                      </a:lnTo>
                      <a:moveTo>
                        <a:pt x="1344" y="17"/>
                      </a:moveTo>
                      <a:lnTo>
                        <a:pt x="1353" y="595"/>
                      </a:lnTo>
                      <a:cubicBezTo>
                        <a:pt x="1353" y="595"/>
                        <a:pt x="1069" y="666"/>
                        <a:pt x="684" y="667"/>
                      </a:cubicBezTo>
                      <a:cubicBezTo>
                        <a:pt x="683" y="667"/>
                        <a:pt x="682" y="667"/>
                        <a:pt x="680" y="667"/>
                      </a:cubicBezTo>
                      <a:cubicBezTo>
                        <a:pt x="297" y="667"/>
                        <a:pt x="18" y="595"/>
                        <a:pt x="18" y="595"/>
                      </a:cubicBezTo>
                      <a:lnTo>
                        <a:pt x="26" y="17"/>
                      </a:lnTo>
                      <a:lnTo>
                        <a:pt x="1344" y="1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" name="Google Shape;259;p11"/>
                <p:cNvSpPr/>
                <p:nvPr/>
              </p:nvSpPr>
              <p:spPr>
                <a:xfrm>
                  <a:off x="4786920" y="3451680"/>
                  <a:ext cx="489600" cy="23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60" h="642" extrusionOk="0">
                      <a:moveTo>
                        <a:pt x="1351" y="0"/>
                      </a:moveTo>
                      <a:lnTo>
                        <a:pt x="1333" y="0"/>
                      </a:lnTo>
                      <a:lnTo>
                        <a:pt x="27" y="1"/>
                      </a:lnTo>
                      <a:lnTo>
                        <a:pt x="10" y="1"/>
                      </a:lnTo>
                      <a:lnTo>
                        <a:pt x="9" y="18"/>
                      </a:lnTo>
                      <a:lnTo>
                        <a:pt x="0" y="624"/>
                      </a:lnTo>
                      <a:lnTo>
                        <a:pt x="0" y="642"/>
                      </a:lnTo>
                      <a:lnTo>
                        <a:pt x="18" y="642"/>
                      </a:lnTo>
                      <a:lnTo>
                        <a:pt x="1343" y="642"/>
                      </a:lnTo>
                      <a:lnTo>
                        <a:pt x="1360" y="642"/>
                      </a:lnTo>
                      <a:lnTo>
                        <a:pt x="1360" y="624"/>
                      </a:lnTo>
                      <a:lnTo>
                        <a:pt x="1351" y="18"/>
                      </a:lnTo>
                      <a:lnTo>
                        <a:pt x="1351" y="0"/>
                      </a:lnTo>
                      <a:moveTo>
                        <a:pt x="1333" y="18"/>
                      </a:moveTo>
                      <a:lnTo>
                        <a:pt x="1343" y="624"/>
                      </a:lnTo>
                      <a:lnTo>
                        <a:pt x="18" y="625"/>
                      </a:lnTo>
                      <a:lnTo>
                        <a:pt x="27" y="18"/>
                      </a:lnTo>
                      <a:lnTo>
                        <a:pt x="1333" y="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" name="Google Shape;260;p11"/>
                <p:cNvSpPr/>
                <p:nvPr/>
              </p:nvSpPr>
              <p:spPr>
                <a:xfrm>
                  <a:off x="4790160" y="2920680"/>
                  <a:ext cx="482400" cy="514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40" h="1428" extrusionOk="0">
                      <a:moveTo>
                        <a:pt x="423" y="149"/>
                      </a:moveTo>
                      <a:lnTo>
                        <a:pt x="916" y="149"/>
                      </a:lnTo>
                      <a:cubicBezTo>
                        <a:pt x="1052" y="149"/>
                        <a:pt x="1164" y="259"/>
                        <a:pt x="1166" y="395"/>
                      </a:cubicBezTo>
                      <a:lnTo>
                        <a:pt x="1169" y="621"/>
                      </a:lnTo>
                      <a:lnTo>
                        <a:pt x="170" y="622"/>
                      </a:lnTo>
                      <a:lnTo>
                        <a:pt x="173" y="396"/>
                      </a:lnTo>
                      <a:cubicBezTo>
                        <a:pt x="175" y="260"/>
                        <a:pt x="287" y="149"/>
                        <a:pt x="423" y="149"/>
                      </a:cubicBezTo>
                      <a:moveTo>
                        <a:pt x="942" y="0"/>
                      </a:moveTo>
                      <a:lnTo>
                        <a:pt x="942" y="0"/>
                      </a:lnTo>
                      <a:lnTo>
                        <a:pt x="397" y="0"/>
                      </a:lnTo>
                      <a:cubicBezTo>
                        <a:pt x="265" y="0"/>
                        <a:pt x="144" y="66"/>
                        <a:pt x="73" y="178"/>
                      </a:cubicBezTo>
                      <a:cubicBezTo>
                        <a:pt x="36" y="238"/>
                        <a:pt x="15" y="307"/>
                        <a:pt x="15" y="376"/>
                      </a:cubicBezTo>
                      <a:lnTo>
                        <a:pt x="0" y="1410"/>
                      </a:lnTo>
                      <a:lnTo>
                        <a:pt x="0" y="1428"/>
                      </a:lnTo>
                      <a:lnTo>
                        <a:pt x="18" y="1428"/>
                      </a:lnTo>
                      <a:lnTo>
                        <a:pt x="1322" y="1427"/>
                      </a:lnTo>
                      <a:lnTo>
                        <a:pt x="1340" y="1427"/>
                      </a:lnTo>
                      <a:lnTo>
                        <a:pt x="1340" y="1409"/>
                      </a:lnTo>
                      <a:lnTo>
                        <a:pt x="1324" y="376"/>
                      </a:lnTo>
                      <a:cubicBezTo>
                        <a:pt x="1323" y="306"/>
                        <a:pt x="1303" y="237"/>
                        <a:pt x="1265" y="178"/>
                      </a:cubicBezTo>
                      <a:cubicBezTo>
                        <a:pt x="1195" y="66"/>
                        <a:pt x="1074" y="0"/>
                        <a:pt x="942" y="0"/>
                      </a:cubicBezTo>
                      <a:moveTo>
                        <a:pt x="423" y="132"/>
                      </a:moveTo>
                      <a:lnTo>
                        <a:pt x="423" y="132"/>
                      </a:lnTo>
                      <a:cubicBezTo>
                        <a:pt x="276" y="132"/>
                        <a:pt x="158" y="249"/>
                        <a:pt x="156" y="395"/>
                      </a:cubicBezTo>
                      <a:lnTo>
                        <a:pt x="152" y="639"/>
                      </a:lnTo>
                      <a:lnTo>
                        <a:pt x="1187" y="639"/>
                      </a:lnTo>
                      <a:lnTo>
                        <a:pt x="1184" y="395"/>
                      </a:lnTo>
                      <a:cubicBezTo>
                        <a:pt x="1181" y="249"/>
                        <a:pt x="1062" y="131"/>
                        <a:pt x="916" y="131"/>
                      </a:cubicBezTo>
                      <a:lnTo>
                        <a:pt x="916" y="131"/>
                      </a:lnTo>
                      <a:lnTo>
                        <a:pt x="423" y="132"/>
                      </a:lnTo>
                      <a:moveTo>
                        <a:pt x="942" y="17"/>
                      </a:moveTo>
                      <a:cubicBezTo>
                        <a:pt x="1072" y="17"/>
                        <a:pt x="1186" y="85"/>
                        <a:pt x="1251" y="187"/>
                      </a:cubicBezTo>
                      <a:cubicBezTo>
                        <a:pt x="1285" y="242"/>
                        <a:pt x="1306" y="306"/>
                        <a:pt x="1307" y="376"/>
                      </a:cubicBezTo>
                      <a:lnTo>
                        <a:pt x="1322" y="1409"/>
                      </a:lnTo>
                      <a:lnTo>
                        <a:pt x="18" y="1410"/>
                      </a:lnTo>
                      <a:lnTo>
                        <a:pt x="32" y="377"/>
                      </a:lnTo>
                      <a:cubicBezTo>
                        <a:pt x="33" y="307"/>
                        <a:pt x="54" y="242"/>
                        <a:pt x="88" y="187"/>
                      </a:cubicBezTo>
                      <a:cubicBezTo>
                        <a:pt x="153" y="85"/>
                        <a:pt x="267" y="18"/>
                        <a:pt x="397" y="17"/>
                      </a:cubicBezTo>
                      <a:lnTo>
                        <a:pt x="942" y="1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1" name="Google Shape;261;p11"/>
                <p:cNvSpPr/>
                <p:nvPr/>
              </p:nvSpPr>
              <p:spPr>
                <a:xfrm>
                  <a:off x="5311080" y="3122640"/>
                  <a:ext cx="127080" cy="885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" h="2461" extrusionOk="0">
                      <a:moveTo>
                        <a:pt x="311" y="0"/>
                      </a:moveTo>
                      <a:lnTo>
                        <a:pt x="294" y="0"/>
                      </a:lnTo>
                      <a:cubicBezTo>
                        <a:pt x="215" y="0"/>
                        <a:pt x="141" y="34"/>
                        <a:pt x="86" y="96"/>
                      </a:cubicBezTo>
                      <a:cubicBezTo>
                        <a:pt x="31" y="158"/>
                        <a:pt x="0" y="239"/>
                        <a:pt x="0" y="326"/>
                      </a:cubicBezTo>
                      <a:lnTo>
                        <a:pt x="40" y="1698"/>
                      </a:lnTo>
                      <a:cubicBezTo>
                        <a:pt x="41" y="1973"/>
                        <a:pt x="143" y="2239"/>
                        <a:pt x="322" y="2428"/>
                      </a:cubicBezTo>
                      <a:lnTo>
                        <a:pt x="353" y="2461"/>
                      </a:lnTo>
                      <a:lnTo>
                        <a:pt x="352" y="2415"/>
                      </a:lnTo>
                      <a:lnTo>
                        <a:pt x="312" y="17"/>
                      </a:lnTo>
                      <a:lnTo>
                        <a:pt x="311" y="0"/>
                      </a:lnTo>
                      <a:moveTo>
                        <a:pt x="294" y="17"/>
                      </a:moveTo>
                      <a:lnTo>
                        <a:pt x="335" y="2416"/>
                      </a:lnTo>
                      <a:cubicBezTo>
                        <a:pt x="158" y="2229"/>
                        <a:pt x="58" y="1969"/>
                        <a:pt x="58" y="1697"/>
                      </a:cubicBezTo>
                      <a:lnTo>
                        <a:pt x="18" y="326"/>
                      </a:lnTo>
                      <a:cubicBezTo>
                        <a:pt x="18" y="156"/>
                        <a:pt x="141" y="17"/>
                        <a:pt x="294" y="1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2" name="Google Shape;262;p11"/>
                <p:cNvSpPr/>
                <p:nvPr/>
              </p:nvSpPr>
              <p:spPr>
                <a:xfrm>
                  <a:off x="4625280" y="3123000"/>
                  <a:ext cx="126000" cy="8859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0" h="2461" extrusionOk="0">
                      <a:moveTo>
                        <a:pt x="56" y="0"/>
                      </a:moveTo>
                      <a:lnTo>
                        <a:pt x="56" y="0"/>
                      </a:lnTo>
                      <a:lnTo>
                        <a:pt x="39" y="0"/>
                      </a:lnTo>
                      <a:lnTo>
                        <a:pt x="39" y="17"/>
                      </a:lnTo>
                      <a:lnTo>
                        <a:pt x="1" y="2416"/>
                      </a:lnTo>
                      <a:lnTo>
                        <a:pt x="0" y="2461"/>
                      </a:lnTo>
                      <a:lnTo>
                        <a:pt x="31" y="2428"/>
                      </a:lnTo>
                      <a:cubicBezTo>
                        <a:pt x="210" y="2239"/>
                        <a:pt x="312" y="1972"/>
                        <a:pt x="312" y="1697"/>
                      </a:cubicBezTo>
                      <a:lnTo>
                        <a:pt x="350" y="327"/>
                      </a:lnTo>
                      <a:cubicBezTo>
                        <a:pt x="350" y="239"/>
                        <a:pt x="320" y="158"/>
                        <a:pt x="265" y="96"/>
                      </a:cubicBezTo>
                      <a:cubicBezTo>
                        <a:pt x="209" y="34"/>
                        <a:pt x="135" y="0"/>
                        <a:pt x="56" y="0"/>
                      </a:cubicBezTo>
                      <a:moveTo>
                        <a:pt x="56" y="17"/>
                      </a:moveTo>
                      <a:cubicBezTo>
                        <a:pt x="209" y="17"/>
                        <a:pt x="333" y="156"/>
                        <a:pt x="332" y="326"/>
                      </a:cubicBezTo>
                      <a:lnTo>
                        <a:pt x="294" y="1697"/>
                      </a:lnTo>
                      <a:cubicBezTo>
                        <a:pt x="294" y="1969"/>
                        <a:pt x="195" y="2229"/>
                        <a:pt x="18" y="2416"/>
                      </a:cubicBezTo>
                      <a:lnTo>
                        <a:pt x="56" y="17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3" name="Google Shape;263;p11"/>
                <p:cNvSpPr/>
                <p:nvPr/>
              </p:nvSpPr>
              <p:spPr>
                <a:xfrm>
                  <a:off x="4775400" y="3925080"/>
                  <a:ext cx="511560" cy="101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1" h="283" extrusionOk="0">
                      <a:moveTo>
                        <a:pt x="1421" y="0"/>
                      </a:moveTo>
                      <a:lnTo>
                        <a:pt x="1379" y="13"/>
                      </a:lnTo>
                      <a:cubicBezTo>
                        <a:pt x="1377" y="14"/>
                        <a:pt x="1132" y="91"/>
                        <a:pt x="712" y="91"/>
                      </a:cubicBezTo>
                      <a:lnTo>
                        <a:pt x="710" y="91"/>
                      </a:lnTo>
                      <a:cubicBezTo>
                        <a:pt x="291" y="91"/>
                        <a:pt x="47" y="15"/>
                        <a:pt x="44" y="14"/>
                      </a:cubicBezTo>
                      <a:lnTo>
                        <a:pt x="0" y="0"/>
                      </a:lnTo>
                      <a:lnTo>
                        <a:pt x="24" y="40"/>
                      </a:lnTo>
                      <a:lnTo>
                        <a:pt x="116" y="197"/>
                      </a:lnTo>
                      <a:lnTo>
                        <a:pt x="119" y="202"/>
                      </a:lnTo>
                      <a:lnTo>
                        <a:pt x="125" y="204"/>
                      </a:lnTo>
                      <a:cubicBezTo>
                        <a:pt x="133" y="207"/>
                        <a:pt x="342" y="283"/>
                        <a:pt x="709" y="283"/>
                      </a:cubicBezTo>
                      <a:lnTo>
                        <a:pt x="712" y="283"/>
                      </a:lnTo>
                      <a:cubicBezTo>
                        <a:pt x="1059" y="283"/>
                        <a:pt x="1275" y="214"/>
                        <a:pt x="1299" y="207"/>
                      </a:cubicBezTo>
                      <a:cubicBezTo>
                        <a:pt x="1303" y="205"/>
                        <a:pt x="1306" y="204"/>
                        <a:pt x="1306" y="204"/>
                      </a:cubicBezTo>
                      <a:lnTo>
                        <a:pt x="1313" y="202"/>
                      </a:lnTo>
                      <a:lnTo>
                        <a:pt x="1317" y="196"/>
                      </a:lnTo>
                      <a:lnTo>
                        <a:pt x="1400" y="38"/>
                      </a:lnTo>
                      <a:lnTo>
                        <a:pt x="1421" y="0"/>
                      </a:lnTo>
                      <a:moveTo>
                        <a:pt x="1385" y="30"/>
                      </a:moveTo>
                      <a:lnTo>
                        <a:pt x="1301" y="187"/>
                      </a:lnTo>
                      <a:cubicBezTo>
                        <a:pt x="1301" y="187"/>
                        <a:pt x="1299" y="188"/>
                        <a:pt x="1293" y="190"/>
                      </a:cubicBezTo>
                      <a:cubicBezTo>
                        <a:pt x="1250" y="204"/>
                        <a:pt x="1041" y="266"/>
                        <a:pt x="713" y="266"/>
                      </a:cubicBezTo>
                      <a:lnTo>
                        <a:pt x="712" y="266"/>
                      </a:lnTo>
                      <a:cubicBezTo>
                        <a:pt x="711" y="266"/>
                        <a:pt x="710" y="266"/>
                        <a:pt x="709" y="266"/>
                      </a:cubicBezTo>
                      <a:cubicBezTo>
                        <a:pt x="341" y="266"/>
                        <a:pt x="131" y="188"/>
                        <a:pt x="131" y="188"/>
                      </a:cubicBezTo>
                      <a:lnTo>
                        <a:pt x="39" y="31"/>
                      </a:lnTo>
                      <a:cubicBezTo>
                        <a:pt x="39" y="31"/>
                        <a:pt x="283" y="109"/>
                        <a:pt x="710" y="109"/>
                      </a:cubicBezTo>
                      <a:lnTo>
                        <a:pt x="712" y="109"/>
                      </a:lnTo>
                      <a:cubicBezTo>
                        <a:pt x="1140" y="109"/>
                        <a:pt x="1385" y="30"/>
                        <a:pt x="1385" y="3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4" name="Google Shape;264;p11"/>
                <p:cNvSpPr/>
                <p:nvPr/>
              </p:nvSpPr>
              <p:spPr>
                <a:xfrm>
                  <a:off x="4815720" y="2678040"/>
                  <a:ext cx="430920" cy="293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7" h="816" extrusionOk="0">
                      <a:moveTo>
                        <a:pt x="1197" y="0"/>
                      </a:moveTo>
                      <a:lnTo>
                        <a:pt x="1179" y="0"/>
                      </a:lnTo>
                      <a:lnTo>
                        <a:pt x="17" y="1"/>
                      </a:lnTo>
                      <a:lnTo>
                        <a:pt x="0" y="1"/>
                      </a:lnTo>
                      <a:lnTo>
                        <a:pt x="0" y="18"/>
                      </a:lnTo>
                      <a:lnTo>
                        <a:pt x="0" y="755"/>
                      </a:lnTo>
                      <a:lnTo>
                        <a:pt x="0" y="816"/>
                      </a:lnTo>
                      <a:lnTo>
                        <a:pt x="32" y="765"/>
                      </a:lnTo>
                      <a:cubicBezTo>
                        <a:pt x="97" y="664"/>
                        <a:pt x="206" y="603"/>
                        <a:pt x="326" y="603"/>
                      </a:cubicBezTo>
                      <a:lnTo>
                        <a:pt x="871" y="603"/>
                      </a:lnTo>
                      <a:cubicBezTo>
                        <a:pt x="991" y="603"/>
                        <a:pt x="1101" y="664"/>
                        <a:pt x="1165" y="765"/>
                      </a:cubicBezTo>
                      <a:lnTo>
                        <a:pt x="1197" y="816"/>
                      </a:lnTo>
                      <a:lnTo>
                        <a:pt x="1197" y="755"/>
                      </a:lnTo>
                      <a:lnTo>
                        <a:pt x="1197" y="18"/>
                      </a:lnTo>
                      <a:lnTo>
                        <a:pt x="1197" y="0"/>
                      </a:lnTo>
                      <a:moveTo>
                        <a:pt x="1179" y="18"/>
                      </a:moveTo>
                      <a:lnTo>
                        <a:pt x="1180" y="755"/>
                      </a:lnTo>
                      <a:cubicBezTo>
                        <a:pt x="1115" y="653"/>
                        <a:pt x="1001" y="586"/>
                        <a:pt x="871" y="586"/>
                      </a:cubicBezTo>
                      <a:lnTo>
                        <a:pt x="871" y="586"/>
                      </a:lnTo>
                      <a:lnTo>
                        <a:pt x="326" y="586"/>
                      </a:lnTo>
                      <a:cubicBezTo>
                        <a:pt x="196" y="586"/>
                        <a:pt x="82" y="654"/>
                        <a:pt x="17" y="755"/>
                      </a:cubicBezTo>
                      <a:lnTo>
                        <a:pt x="17" y="18"/>
                      </a:lnTo>
                      <a:lnTo>
                        <a:pt x="1179" y="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5" name="Google Shape;265;p11"/>
                <p:cNvSpPr/>
                <p:nvPr/>
              </p:nvSpPr>
              <p:spPr>
                <a:xfrm>
                  <a:off x="4472640" y="2716200"/>
                  <a:ext cx="326520" cy="1801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7" h="5003" extrusionOk="0">
                      <a:moveTo>
                        <a:pt x="904" y="0"/>
                      </a:moveTo>
                      <a:lnTo>
                        <a:pt x="887" y="0"/>
                      </a:lnTo>
                      <a:lnTo>
                        <a:pt x="811" y="1"/>
                      </a:lnTo>
                      <a:cubicBezTo>
                        <a:pt x="475" y="1"/>
                        <a:pt x="202" y="274"/>
                        <a:pt x="202" y="609"/>
                      </a:cubicBezTo>
                      <a:lnTo>
                        <a:pt x="197" y="852"/>
                      </a:lnTo>
                      <a:cubicBezTo>
                        <a:pt x="116" y="857"/>
                        <a:pt x="52" y="924"/>
                        <a:pt x="52" y="1006"/>
                      </a:cubicBezTo>
                      <a:lnTo>
                        <a:pt x="53" y="1547"/>
                      </a:lnTo>
                      <a:cubicBezTo>
                        <a:pt x="53" y="1621"/>
                        <a:pt x="106" y="1684"/>
                        <a:pt x="178" y="1698"/>
                      </a:cubicBezTo>
                      <a:lnTo>
                        <a:pt x="148" y="2977"/>
                      </a:lnTo>
                      <a:cubicBezTo>
                        <a:pt x="109" y="2979"/>
                        <a:pt x="73" y="2995"/>
                        <a:pt x="45" y="3022"/>
                      </a:cubicBezTo>
                      <a:cubicBezTo>
                        <a:pt x="16" y="3051"/>
                        <a:pt x="0" y="3090"/>
                        <a:pt x="0" y="3131"/>
                      </a:cubicBezTo>
                      <a:lnTo>
                        <a:pt x="0" y="3673"/>
                      </a:lnTo>
                      <a:cubicBezTo>
                        <a:pt x="0" y="3758"/>
                        <a:pt x="70" y="3827"/>
                        <a:pt x="155" y="3827"/>
                      </a:cubicBezTo>
                      <a:lnTo>
                        <a:pt x="201" y="3827"/>
                      </a:lnTo>
                      <a:lnTo>
                        <a:pt x="276" y="4288"/>
                      </a:lnTo>
                      <a:cubicBezTo>
                        <a:pt x="328" y="4613"/>
                        <a:pt x="555" y="4878"/>
                        <a:pt x="883" y="4995"/>
                      </a:cubicBezTo>
                      <a:lnTo>
                        <a:pt x="906" y="5003"/>
                      </a:lnTo>
                      <a:lnTo>
                        <a:pt x="906" y="4978"/>
                      </a:lnTo>
                      <a:lnTo>
                        <a:pt x="906" y="4889"/>
                      </a:lnTo>
                      <a:lnTo>
                        <a:pt x="906" y="4878"/>
                      </a:lnTo>
                      <a:lnTo>
                        <a:pt x="896" y="4873"/>
                      </a:lnTo>
                      <a:cubicBezTo>
                        <a:pt x="893" y="4872"/>
                        <a:pt x="682" y="4784"/>
                        <a:pt x="601" y="4700"/>
                      </a:cubicBezTo>
                      <a:cubicBezTo>
                        <a:pt x="556" y="4653"/>
                        <a:pt x="531" y="4590"/>
                        <a:pt x="531" y="4522"/>
                      </a:cubicBezTo>
                      <a:lnTo>
                        <a:pt x="530" y="4468"/>
                      </a:lnTo>
                      <a:cubicBezTo>
                        <a:pt x="530" y="4450"/>
                        <a:pt x="539" y="4437"/>
                        <a:pt x="546" y="4431"/>
                      </a:cubicBezTo>
                      <a:cubicBezTo>
                        <a:pt x="556" y="4422"/>
                        <a:pt x="569" y="4416"/>
                        <a:pt x="583" y="4416"/>
                      </a:cubicBezTo>
                      <a:cubicBezTo>
                        <a:pt x="592" y="4416"/>
                        <a:pt x="606" y="4419"/>
                        <a:pt x="619" y="4432"/>
                      </a:cubicBezTo>
                      <a:lnTo>
                        <a:pt x="877" y="4656"/>
                      </a:lnTo>
                      <a:lnTo>
                        <a:pt x="907" y="4681"/>
                      </a:lnTo>
                      <a:lnTo>
                        <a:pt x="907" y="4643"/>
                      </a:lnTo>
                      <a:lnTo>
                        <a:pt x="906" y="3546"/>
                      </a:lnTo>
                      <a:lnTo>
                        <a:pt x="906" y="3541"/>
                      </a:lnTo>
                      <a:lnTo>
                        <a:pt x="903" y="3537"/>
                      </a:lnTo>
                      <a:lnTo>
                        <a:pt x="814" y="3384"/>
                      </a:lnTo>
                      <a:lnTo>
                        <a:pt x="823" y="2746"/>
                      </a:lnTo>
                      <a:lnTo>
                        <a:pt x="834" y="1978"/>
                      </a:lnTo>
                      <a:lnTo>
                        <a:pt x="848" y="945"/>
                      </a:lnTo>
                      <a:cubicBezTo>
                        <a:pt x="849" y="881"/>
                        <a:pt x="867" y="819"/>
                        <a:pt x="902" y="765"/>
                      </a:cubicBezTo>
                      <a:lnTo>
                        <a:pt x="904" y="760"/>
                      </a:lnTo>
                      <a:lnTo>
                        <a:pt x="904" y="755"/>
                      </a:lnTo>
                      <a:lnTo>
                        <a:pt x="904" y="18"/>
                      </a:lnTo>
                      <a:lnTo>
                        <a:pt x="904" y="0"/>
                      </a:lnTo>
                      <a:moveTo>
                        <a:pt x="887" y="18"/>
                      </a:moveTo>
                      <a:lnTo>
                        <a:pt x="887" y="755"/>
                      </a:lnTo>
                      <a:cubicBezTo>
                        <a:pt x="852" y="810"/>
                        <a:pt x="831" y="875"/>
                        <a:pt x="831" y="945"/>
                      </a:cubicBezTo>
                      <a:lnTo>
                        <a:pt x="816" y="1978"/>
                      </a:lnTo>
                      <a:lnTo>
                        <a:pt x="805" y="2745"/>
                      </a:lnTo>
                      <a:lnTo>
                        <a:pt x="796" y="3389"/>
                      </a:lnTo>
                      <a:lnTo>
                        <a:pt x="888" y="3546"/>
                      </a:lnTo>
                      <a:lnTo>
                        <a:pt x="889" y="4643"/>
                      </a:lnTo>
                      <a:lnTo>
                        <a:pt x="631" y="4419"/>
                      </a:lnTo>
                      <a:cubicBezTo>
                        <a:pt x="617" y="4405"/>
                        <a:pt x="600" y="4399"/>
                        <a:pt x="583" y="4399"/>
                      </a:cubicBezTo>
                      <a:cubicBezTo>
                        <a:pt x="547" y="4399"/>
                        <a:pt x="513" y="4426"/>
                        <a:pt x="513" y="4468"/>
                      </a:cubicBezTo>
                      <a:lnTo>
                        <a:pt x="513" y="4522"/>
                      </a:lnTo>
                      <a:cubicBezTo>
                        <a:pt x="513" y="4593"/>
                        <a:pt x="540" y="4662"/>
                        <a:pt x="589" y="4712"/>
                      </a:cubicBezTo>
                      <a:cubicBezTo>
                        <a:pt x="673" y="4800"/>
                        <a:pt x="889" y="4889"/>
                        <a:pt x="889" y="4889"/>
                      </a:cubicBezTo>
                      <a:lnTo>
                        <a:pt x="889" y="4978"/>
                      </a:lnTo>
                      <a:cubicBezTo>
                        <a:pt x="582" y="4869"/>
                        <a:pt x="348" y="4622"/>
                        <a:pt x="293" y="4285"/>
                      </a:cubicBezTo>
                      <a:lnTo>
                        <a:pt x="216" y="3809"/>
                      </a:lnTo>
                      <a:lnTo>
                        <a:pt x="155" y="3809"/>
                      </a:lnTo>
                      <a:cubicBezTo>
                        <a:pt x="79" y="3809"/>
                        <a:pt x="18" y="3748"/>
                        <a:pt x="18" y="3673"/>
                      </a:cubicBezTo>
                      <a:lnTo>
                        <a:pt x="18" y="3131"/>
                      </a:lnTo>
                      <a:cubicBezTo>
                        <a:pt x="18" y="3056"/>
                        <a:pt x="79" y="2995"/>
                        <a:pt x="154" y="2995"/>
                      </a:cubicBezTo>
                      <a:lnTo>
                        <a:pt x="165" y="2995"/>
                      </a:lnTo>
                      <a:lnTo>
                        <a:pt x="196" y="1682"/>
                      </a:lnTo>
                      <a:cubicBezTo>
                        <a:pt x="126" y="1677"/>
                        <a:pt x="70" y="1619"/>
                        <a:pt x="71" y="1547"/>
                      </a:cubicBezTo>
                      <a:lnTo>
                        <a:pt x="70" y="1006"/>
                      </a:lnTo>
                      <a:cubicBezTo>
                        <a:pt x="70" y="930"/>
                        <a:pt x="131" y="869"/>
                        <a:pt x="206" y="869"/>
                      </a:cubicBezTo>
                      <a:lnTo>
                        <a:pt x="214" y="869"/>
                      </a:lnTo>
                      <a:lnTo>
                        <a:pt x="220" y="609"/>
                      </a:lnTo>
                      <a:cubicBezTo>
                        <a:pt x="220" y="283"/>
                        <a:pt x="484" y="18"/>
                        <a:pt x="811" y="18"/>
                      </a:cubicBezTo>
                      <a:lnTo>
                        <a:pt x="887" y="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6" name="Google Shape;266;p11"/>
                <p:cNvSpPr/>
                <p:nvPr/>
              </p:nvSpPr>
              <p:spPr>
                <a:xfrm>
                  <a:off x="4816080" y="4011480"/>
                  <a:ext cx="431280" cy="531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8" h="1475" extrusionOk="0">
                      <a:moveTo>
                        <a:pt x="0" y="0"/>
                      </a:moveTo>
                      <a:lnTo>
                        <a:pt x="0" y="26"/>
                      </a:lnTo>
                      <a:lnTo>
                        <a:pt x="1" y="1101"/>
                      </a:lnTo>
                      <a:lnTo>
                        <a:pt x="1" y="1109"/>
                      </a:lnTo>
                      <a:lnTo>
                        <a:pt x="8" y="1115"/>
                      </a:lnTo>
                      <a:lnTo>
                        <a:pt x="109" y="1193"/>
                      </a:lnTo>
                      <a:cubicBezTo>
                        <a:pt x="121" y="1206"/>
                        <a:pt x="128" y="1223"/>
                        <a:pt x="128" y="1242"/>
                      </a:cubicBezTo>
                      <a:cubicBezTo>
                        <a:pt x="128" y="1260"/>
                        <a:pt x="121" y="1278"/>
                        <a:pt x="107" y="1291"/>
                      </a:cubicBezTo>
                      <a:cubicBezTo>
                        <a:pt x="94" y="1304"/>
                        <a:pt x="77" y="1311"/>
                        <a:pt x="59" y="1311"/>
                      </a:cubicBezTo>
                      <a:cubicBezTo>
                        <a:pt x="51" y="1311"/>
                        <a:pt x="42" y="1310"/>
                        <a:pt x="34" y="1306"/>
                      </a:cubicBezTo>
                      <a:cubicBezTo>
                        <a:pt x="31" y="1305"/>
                        <a:pt x="29" y="1304"/>
                        <a:pt x="27" y="1303"/>
                      </a:cubicBezTo>
                      <a:lnTo>
                        <a:pt x="1" y="1290"/>
                      </a:lnTo>
                      <a:lnTo>
                        <a:pt x="1" y="1319"/>
                      </a:lnTo>
                      <a:lnTo>
                        <a:pt x="1" y="1403"/>
                      </a:lnTo>
                      <a:lnTo>
                        <a:pt x="1" y="1416"/>
                      </a:lnTo>
                      <a:lnTo>
                        <a:pt x="12" y="1420"/>
                      </a:lnTo>
                      <a:cubicBezTo>
                        <a:pt x="113" y="1456"/>
                        <a:pt x="218" y="1475"/>
                        <a:pt x="325" y="1475"/>
                      </a:cubicBezTo>
                      <a:lnTo>
                        <a:pt x="328" y="1475"/>
                      </a:lnTo>
                      <a:lnTo>
                        <a:pt x="872" y="1475"/>
                      </a:lnTo>
                      <a:cubicBezTo>
                        <a:pt x="979" y="1474"/>
                        <a:pt x="1085" y="1456"/>
                        <a:pt x="1187" y="1420"/>
                      </a:cubicBezTo>
                      <a:lnTo>
                        <a:pt x="1198" y="1416"/>
                      </a:lnTo>
                      <a:lnTo>
                        <a:pt x="1198" y="1403"/>
                      </a:lnTo>
                      <a:lnTo>
                        <a:pt x="1198" y="1318"/>
                      </a:lnTo>
                      <a:lnTo>
                        <a:pt x="1198" y="1290"/>
                      </a:lnTo>
                      <a:lnTo>
                        <a:pt x="1173" y="1303"/>
                      </a:lnTo>
                      <a:cubicBezTo>
                        <a:pt x="1171" y="1303"/>
                        <a:pt x="1170" y="1304"/>
                        <a:pt x="1169" y="1304"/>
                      </a:cubicBezTo>
                      <a:cubicBezTo>
                        <a:pt x="1167" y="1305"/>
                        <a:pt x="1166" y="1305"/>
                        <a:pt x="1165" y="1306"/>
                      </a:cubicBezTo>
                      <a:cubicBezTo>
                        <a:pt x="1157" y="1309"/>
                        <a:pt x="1149" y="1311"/>
                        <a:pt x="1140" y="1311"/>
                      </a:cubicBezTo>
                      <a:cubicBezTo>
                        <a:pt x="1102" y="1311"/>
                        <a:pt x="1071" y="1279"/>
                        <a:pt x="1071" y="1241"/>
                      </a:cubicBezTo>
                      <a:cubicBezTo>
                        <a:pt x="1071" y="1223"/>
                        <a:pt x="1078" y="1206"/>
                        <a:pt x="1090" y="1193"/>
                      </a:cubicBezTo>
                      <a:lnTo>
                        <a:pt x="1190" y="1132"/>
                      </a:lnTo>
                      <a:lnTo>
                        <a:pt x="1198" y="1127"/>
                      </a:lnTo>
                      <a:lnTo>
                        <a:pt x="1198" y="1117"/>
                      </a:lnTo>
                      <a:lnTo>
                        <a:pt x="1198" y="28"/>
                      </a:lnTo>
                      <a:lnTo>
                        <a:pt x="1198" y="3"/>
                      </a:lnTo>
                      <a:lnTo>
                        <a:pt x="1175" y="11"/>
                      </a:lnTo>
                      <a:cubicBezTo>
                        <a:pt x="1152" y="19"/>
                        <a:pt x="940" y="86"/>
                        <a:pt x="600" y="86"/>
                      </a:cubicBezTo>
                      <a:lnTo>
                        <a:pt x="596" y="86"/>
                      </a:lnTo>
                      <a:cubicBezTo>
                        <a:pt x="236" y="86"/>
                        <a:pt x="26" y="10"/>
                        <a:pt x="24" y="9"/>
                      </a:cubicBezTo>
                      <a:lnTo>
                        <a:pt x="0" y="0"/>
                      </a:lnTo>
                      <a:moveTo>
                        <a:pt x="18" y="26"/>
                      </a:moveTo>
                      <a:cubicBezTo>
                        <a:pt x="18" y="26"/>
                        <a:pt x="228" y="104"/>
                        <a:pt x="596" y="104"/>
                      </a:cubicBezTo>
                      <a:cubicBezTo>
                        <a:pt x="597" y="104"/>
                        <a:pt x="598" y="104"/>
                        <a:pt x="599" y="104"/>
                      </a:cubicBezTo>
                      <a:lnTo>
                        <a:pt x="600" y="104"/>
                      </a:lnTo>
                      <a:cubicBezTo>
                        <a:pt x="928" y="104"/>
                        <a:pt x="1138" y="42"/>
                        <a:pt x="1180" y="28"/>
                      </a:cubicBezTo>
                      <a:lnTo>
                        <a:pt x="1180" y="1117"/>
                      </a:lnTo>
                      <a:lnTo>
                        <a:pt x="1079" y="1180"/>
                      </a:lnTo>
                      <a:cubicBezTo>
                        <a:pt x="1063" y="1196"/>
                        <a:pt x="1053" y="1218"/>
                        <a:pt x="1053" y="1241"/>
                      </a:cubicBezTo>
                      <a:cubicBezTo>
                        <a:pt x="1054" y="1291"/>
                        <a:pt x="1094" y="1328"/>
                        <a:pt x="1140" y="1328"/>
                      </a:cubicBezTo>
                      <a:cubicBezTo>
                        <a:pt x="1150" y="1328"/>
                        <a:pt x="1161" y="1326"/>
                        <a:pt x="1172" y="1322"/>
                      </a:cubicBezTo>
                      <a:cubicBezTo>
                        <a:pt x="1175" y="1321"/>
                        <a:pt x="1178" y="1320"/>
                        <a:pt x="1181" y="1318"/>
                      </a:cubicBezTo>
                      <a:lnTo>
                        <a:pt x="1181" y="1403"/>
                      </a:lnTo>
                      <a:cubicBezTo>
                        <a:pt x="1084" y="1438"/>
                        <a:pt x="979" y="1457"/>
                        <a:pt x="872" y="1457"/>
                      </a:cubicBezTo>
                      <a:lnTo>
                        <a:pt x="328" y="1457"/>
                      </a:lnTo>
                      <a:cubicBezTo>
                        <a:pt x="327" y="1457"/>
                        <a:pt x="326" y="1457"/>
                        <a:pt x="325" y="1457"/>
                      </a:cubicBezTo>
                      <a:cubicBezTo>
                        <a:pt x="218" y="1457"/>
                        <a:pt x="114" y="1438"/>
                        <a:pt x="18" y="1403"/>
                      </a:cubicBezTo>
                      <a:lnTo>
                        <a:pt x="19" y="1319"/>
                      </a:lnTo>
                      <a:cubicBezTo>
                        <a:pt x="22" y="1320"/>
                        <a:pt x="24" y="1322"/>
                        <a:pt x="27" y="1323"/>
                      </a:cubicBezTo>
                      <a:cubicBezTo>
                        <a:pt x="38" y="1327"/>
                        <a:pt x="49" y="1329"/>
                        <a:pt x="59" y="1329"/>
                      </a:cubicBezTo>
                      <a:cubicBezTo>
                        <a:pt x="105" y="1329"/>
                        <a:pt x="146" y="1291"/>
                        <a:pt x="146" y="1242"/>
                      </a:cubicBezTo>
                      <a:cubicBezTo>
                        <a:pt x="146" y="1218"/>
                        <a:pt x="137" y="1196"/>
                        <a:pt x="120" y="1180"/>
                      </a:cubicBezTo>
                      <a:lnTo>
                        <a:pt x="19" y="1101"/>
                      </a:lnTo>
                      <a:lnTo>
                        <a:pt x="18" y="2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7" name="Google Shape;267;p11"/>
                <p:cNvSpPr/>
                <p:nvPr/>
              </p:nvSpPr>
              <p:spPr>
                <a:xfrm>
                  <a:off x="5259240" y="2716200"/>
                  <a:ext cx="326520" cy="1801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7" h="5003" extrusionOk="0">
                      <a:moveTo>
                        <a:pt x="93" y="0"/>
                      </a:moveTo>
                      <a:lnTo>
                        <a:pt x="93" y="0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18"/>
                      </a:lnTo>
                      <a:lnTo>
                        <a:pt x="0" y="755"/>
                      </a:lnTo>
                      <a:lnTo>
                        <a:pt x="0" y="760"/>
                      </a:lnTo>
                      <a:lnTo>
                        <a:pt x="3" y="764"/>
                      </a:lnTo>
                      <a:cubicBezTo>
                        <a:pt x="37" y="819"/>
                        <a:pt x="56" y="881"/>
                        <a:pt x="57" y="945"/>
                      </a:cubicBezTo>
                      <a:lnTo>
                        <a:pt x="72" y="1977"/>
                      </a:lnTo>
                      <a:lnTo>
                        <a:pt x="84" y="2745"/>
                      </a:lnTo>
                      <a:lnTo>
                        <a:pt x="93" y="3384"/>
                      </a:lnTo>
                      <a:lnTo>
                        <a:pt x="4" y="3539"/>
                      </a:lnTo>
                      <a:lnTo>
                        <a:pt x="2" y="3543"/>
                      </a:lnTo>
                      <a:lnTo>
                        <a:pt x="2" y="3548"/>
                      </a:lnTo>
                      <a:lnTo>
                        <a:pt x="2" y="4676"/>
                      </a:lnTo>
                      <a:lnTo>
                        <a:pt x="2" y="4718"/>
                      </a:lnTo>
                      <a:lnTo>
                        <a:pt x="33" y="4688"/>
                      </a:lnTo>
                      <a:lnTo>
                        <a:pt x="290" y="4431"/>
                      </a:lnTo>
                      <a:cubicBezTo>
                        <a:pt x="302" y="4418"/>
                        <a:pt x="316" y="4416"/>
                        <a:pt x="326" y="4416"/>
                      </a:cubicBezTo>
                      <a:cubicBezTo>
                        <a:pt x="351" y="4416"/>
                        <a:pt x="378" y="4435"/>
                        <a:pt x="378" y="4467"/>
                      </a:cubicBezTo>
                      <a:lnTo>
                        <a:pt x="378" y="4521"/>
                      </a:lnTo>
                      <a:cubicBezTo>
                        <a:pt x="378" y="4589"/>
                        <a:pt x="353" y="4652"/>
                        <a:pt x="307" y="4699"/>
                      </a:cubicBezTo>
                      <a:cubicBezTo>
                        <a:pt x="228" y="4782"/>
                        <a:pt x="130" y="4827"/>
                        <a:pt x="11" y="4876"/>
                      </a:cubicBezTo>
                      <a:lnTo>
                        <a:pt x="0" y="4881"/>
                      </a:lnTo>
                      <a:lnTo>
                        <a:pt x="0" y="4893"/>
                      </a:lnTo>
                      <a:lnTo>
                        <a:pt x="3" y="4979"/>
                      </a:lnTo>
                      <a:lnTo>
                        <a:pt x="3" y="5003"/>
                      </a:lnTo>
                      <a:lnTo>
                        <a:pt x="26" y="4995"/>
                      </a:lnTo>
                      <a:cubicBezTo>
                        <a:pt x="354" y="4877"/>
                        <a:pt x="581" y="4612"/>
                        <a:pt x="633" y="4286"/>
                      </a:cubicBezTo>
                      <a:lnTo>
                        <a:pt x="706" y="3826"/>
                      </a:lnTo>
                      <a:lnTo>
                        <a:pt x="753" y="3826"/>
                      </a:lnTo>
                      <a:cubicBezTo>
                        <a:pt x="838" y="3825"/>
                        <a:pt x="907" y="3756"/>
                        <a:pt x="907" y="3671"/>
                      </a:cubicBezTo>
                      <a:lnTo>
                        <a:pt x="907" y="3130"/>
                      </a:lnTo>
                      <a:cubicBezTo>
                        <a:pt x="907" y="3047"/>
                        <a:pt x="841" y="2979"/>
                        <a:pt x="759" y="2976"/>
                      </a:cubicBezTo>
                      <a:lnTo>
                        <a:pt x="728" y="1697"/>
                      </a:lnTo>
                      <a:cubicBezTo>
                        <a:pt x="799" y="1683"/>
                        <a:pt x="853" y="1619"/>
                        <a:pt x="853" y="1546"/>
                      </a:cubicBezTo>
                      <a:lnTo>
                        <a:pt x="853" y="1004"/>
                      </a:lnTo>
                      <a:cubicBezTo>
                        <a:pt x="852" y="923"/>
                        <a:pt x="788" y="856"/>
                        <a:pt x="708" y="851"/>
                      </a:cubicBezTo>
                      <a:lnTo>
                        <a:pt x="702" y="608"/>
                      </a:lnTo>
                      <a:cubicBezTo>
                        <a:pt x="702" y="446"/>
                        <a:pt x="639" y="293"/>
                        <a:pt x="524" y="178"/>
                      </a:cubicBezTo>
                      <a:cubicBezTo>
                        <a:pt x="409" y="63"/>
                        <a:pt x="256" y="0"/>
                        <a:pt x="93" y="0"/>
                      </a:cubicBezTo>
                      <a:moveTo>
                        <a:pt x="93" y="18"/>
                      </a:moveTo>
                      <a:cubicBezTo>
                        <a:pt x="420" y="18"/>
                        <a:pt x="685" y="282"/>
                        <a:pt x="685" y="608"/>
                      </a:cubicBezTo>
                      <a:lnTo>
                        <a:pt x="691" y="868"/>
                      </a:lnTo>
                      <a:lnTo>
                        <a:pt x="698" y="868"/>
                      </a:lnTo>
                      <a:cubicBezTo>
                        <a:pt x="774" y="868"/>
                        <a:pt x="835" y="929"/>
                        <a:pt x="835" y="1004"/>
                      </a:cubicBezTo>
                      <a:lnTo>
                        <a:pt x="835" y="1546"/>
                      </a:lnTo>
                      <a:cubicBezTo>
                        <a:pt x="835" y="1617"/>
                        <a:pt x="780" y="1676"/>
                        <a:pt x="710" y="1681"/>
                      </a:cubicBezTo>
                      <a:lnTo>
                        <a:pt x="742" y="2993"/>
                      </a:lnTo>
                      <a:lnTo>
                        <a:pt x="753" y="2993"/>
                      </a:lnTo>
                      <a:lnTo>
                        <a:pt x="753" y="2993"/>
                      </a:lnTo>
                      <a:cubicBezTo>
                        <a:pt x="828" y="2993"/>
                        <a:pt x="889" y="3054"/>
                        <a:pt x="889" y="3130"/>
                      </a:cubicBezTo>
                      <a:lnTo>
                        <a:pt x="889" y="3671"/>
                      </a:lnTo>
                      <a:cubicBezTo>
                        <a:pt x="889" y="3747"/>
                        <a:pt x="828" y="3808"/>
                        <a:pt x="753" y="3808"/>
                      </a:cubicBezTo>
                      <a:lnTo>
                        <a:pt x="691" y="3808"/>
                      </a:lnTo>
                      <a:lnTo>
                        <a:pt x="615" y="4284"/>
                      </a:lnTo>
                      <a:cubicBezTo>
                        <a:pt x="561" y="4621"/>
                        <a:pt x="327" y="4868"/>
                        <a:pt x="20" y="4978"/>
                      </a:cubicBezTo>
                      <a:lnTo>
                        <a:pt x="18" y="4893"/>
                      </a:lnTo>
                      <a:lnTo>
                        <a:pt x="18" y="4893"/>
                      </a:lnTo>
                      <a:cubicBezTo>
                        <a:pt x="131" y="4845"/>
                        <a:pt x="236" y="4799"/>
                        <a:pt x="320" y="4712"/>
                      </a:cubicBezTo>
                      <a:cubicBezTo>
                        <a:pt x="369" y="4661"/>
                        <a:pt x="396" y="4592"/>
                        <a:pt x="396" y="4521"/>
                      </a:cubicBezTo>
                      <a:lnTo>
                        <a:pt x="396" y="4467"/>
                      </a:lnTo>
                      <a:cubicBezTo>
                        <a:pt x="396" y="4426"/>
                        <a:pt x="361" y="4398"/>
                        <a:pt x="326" y="4398"/>
                      </a:cubicBezTo>
                      <a:cubicBezTo>
                        <a:pt x="309" y="4398"/>
                        <a:pt x="291" y="4404"/>
                        <a:pt x="277" y="4418"/>
                      </a:cubicBezTo>
                      <a:lnTo>
                        <a:pt x="20" y="4676"/>
                      </a:lnTo>
                      <a:lnTo>
                        <a:pt x="19" y="3548"/>
                      </a:lnTo>
                      <a:lnTo>
                        <a:pt x="111" y="3388"/>
                      </a:lnTo>
                      <a:lnTo>
                        <a:pt x="101" y="2745"/>
                      </a:lnTo>
                      <a:lnTo>
                        <a:pt x="90" y="1977"/>
                      </a:lnTo>
                      <a:lnTo>
                        <a:pt x="74" y="944"/>
                      </a:lnTo>
                      <a:cubicBezTo>
                        <a:pt x="73" y="874"/>
                        <a:pt x="53" y="810"/>
                        <a:pt x="18" y="755"/>
                      </a:cubicBezTo>
                      <a:lnTo>
                        <a:pt x="18" y="18"/>
                      </a:lnTo>
                      <a:lnTo>
                        <a:pt x="93" y="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8" name="Google Shape;268;p11"/>
            <p:cNvGrpSpPr/>
            <p:nvPr/>
          </p:nvGrpSpPr>
          <p:grpSpPr>
            <a:xfrm rot="3599956">
              <a:off x="6532938" y="2775354"/>
              <a:ext cx="1874059" cy="1490184"/>
              <a:chOff x="7060875" y="171998"/>
              <a:chExt cx="1874100" cy="1490216"/>
            </a:xfrm>
          </p:grpSpPr>
          <p:grpSp>
            <p:nvGrpSpPr>
              <p:cNvPr id="269" name="Google Shape;269;p11"/>
              <p:cNvGrpSpPr/>
              <p:nvPr/>
            </p:nvGrpSpPr>
            <p:grpSpPr>
              <a:xfrm rot="8999923">
                <a:off x="7445771" y="371715"/>
                <a:ext cx="1091191" cy="1090783"/>
                <a:chOff x="5604480" y="3862800"/>
                <a:chExt cx="1352880" cy="1352520"/>
              </a:xfrm>
            </p:grpSpPr>
            <p:sp>
              <p:nvSpPr>
                <p:cNvPr id="270" name="Google Shape;270;p11"/>
                <p:cNvSpPr/>
                <p:nvPr/>
              </p:nvSpPr>
              <p:spPr>
                <a:xfrm>
                  <a:off x="5810040" y="4077000"/>
                  <a:ext cx="942120" cy="933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17" h="2592" extrusionOk="0">
                      <a:moveTo>
                        <a:pt x="1319" y="2592"/>
                      </a:moveTo>
                      <a:cubicBezTo>
                        <a:pt x="970" y="2595"/>
                        <a:pt x="640" y="2461"/>
                        <a:pt x="391" y="2217"/>
                      </a:cubicBezTo>
                      <a:cubicBezTo>
                        <a:pt x="-124" y="1711"/>
                        <a:pt x="-131" y="881"/>
                        <a:pt x="375" y="366"/>
                      </a:cubicBezTo>
                      <a:cubicBezTo>
                        <a:pt x="555" y="182"/>
                        <a:pt x="783" y="57"/>
                        <a:pt x="1035" y="3"/>
                      </a:cubicBezTo>
                      <a:cubicBezTo>
                        <a:pt x="1113" y="-13"/>
                        <a:pt x="1190" y="37"/>
                        <a:pt x="1207" y="115"/>
                      </a:cubicBezTo>
                      <a:cubicBezTo>
                        <a:pt x="1224" y="194"/>
                        <a:pt x="1174" y="271"/>
                        <a:pt x="1095" y="288"/>
                      </a:cubicBezTo>
                      <a:cubicBezTo>
                        <a:pt x="900" y="329"/>
                        <a:pt x="722" y="427"/>
                        <a:pt x="582" y="570"/>
                      </a:cubicBezTo>
                      <a:cubicBezTo>
                        <a:pt x="189" y="970"/>
                        <a:pt x="194" y="1616"/>
                        <a:pt x="594" y="2009"/>
                      </a:cubicBezTo>
                      <a:cubicBezTo>
                        <a:pt x="789" y="2200"/>
                        <a:pt x="1045" y="2304"/>
                        <a:pt x="1317" y="2301"/>
                      </a:cubicBezTo>
                      <a:cubicBezTo>
                        <a:pt x="1589" y="2299"/>
                        <a:pt x="1843" y="2191"/>
                        <a:pt x="2034" y="1997"/>
                      </a:cubicBezTo>
                      <a:cubicBezTo>
                        <a:pt x="2225" y="1803"/>
                        <a:pt x="2328" y="1546"/>
                        <a:pt x="2326" y="1274"/>
                      </a:cubicBezTo>
                      <a:cubicBezTo>
                        <a:pt x="2324" y="1002"/>
                        <a:pt x="2215" y="748"/>
                        <a:pt x="2022" y="557"/>
                      </a:cubicBezTo>
                      <a:cubicBezTo>
                        <a:pt x="1914" y="452"/>
                        <a:pt x="1788" y="373"/>
                        <a:pt x="1648" y="324"/>
                      </a:cubicBezTo>
                      <a:cubicBezTo>
                        <a:pt x="1572" y="297"/>
                        <a:pt x="1532" y="214"/>
                        <a:pt x="1559" y="138"/>
                      </a:cubicBezTo>
                      <a:cubicBezTo>
                        <a:pt x="1586" y="62"/>
                        <a:pt x="1668" y="23"/>
                        <a:pt x="1744" y="49"/>
                      </a:cubicBezTo>
                      <a:cubicBezTo>
                        <a:pt x="1925" y="113"/>
                        <a:pt x="2087" y="214"/>
                        <a:pt x="2225" y="350"/>
                      </a:cubicBezTo>
                      <a:cubicBezTo>
                        <a:pt x="2475" y="595"/>
                        <a:pt x="2613" y="922"/>
                        <a:pt x="2617" y="1272"/>
                      </a:cubicBezTo>
                      <a:cubicBezTo>
                        <a:pt x="2620" y="1621"/>
                        <a:pt x="2486" y="1951"/>
                        <a:pt x="2241" y="2201"/>
                      </a:cubicBezTo>
                      <a:cubicBezTo>
                        <a:pt x="1996" y="2450"/>
                        <a:pt x="1669" y="2589"/>
                        <a:pt x="1319" y="259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1" name="Google Shape;271;p11"/>
                <p:cNvSpPr/>
                <p:nvPr/>
              </p:nvSpPr>
              <p:spPr>
                <a:xfrm>
                  <a:off x="6140880" y="4068000"/>
                  <a:ext cx="331920" cy="1285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2" h="357" extrusionOk="0">
                      <a:moveTo>
                        <a:pt x="778" y="357"/>
                      </a:moveTo>
                      <a:cubicBezTo>
                        <a:pt x="762" y="357"/>
                        <a:pt x="745" y="354"/>
                        <a:pt x="729" y="349"/>
                      </a:cubicBezTo>
                      <a:cubicBezTo>
                        <a:pt x="551" y="286"/>
                        <a:pt x="360" y="274"/>
                        <a:pt x="176" y="313"/>
                      </a:cubicBezTo>
                      <a:cubicBezTo>
                        <a:pt x="97" y="329"/>
                        <a:pt x="20" y="279"/>
                        <a:pt x="4" y="201"/>
                      </a:cubicBezTo>
                      <a:cubicBezTo>
                        <a:pt x="-13" y="122"/>
                        <a:pt x="37" y="45"/>
                        <a:pt x="116" y="28"/>
                      </a:cubicBezTo>
                      <a:cubicBezTo>
                        <a:pt x="352" y="-22"/>
                        <a:pt x="598" y="-6"/>
                        <a:pt x="825" y="74"/>
                      </a:cubicBezTo>
                      <a:cubicBezTo>
                        <a:pt x="901" y="101"/>
                        <a:pt x="941" y="184"/>
                        <a:pt x="914" y="260"/>
                      </a:cubicBezTo>
                      <a:cubicBezTo>
                        <a:pt x="893" y="319"/>
                        <a:pt x="838" y="356"/>
                        <a:pt x="778" y="35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2" name="Google Shape;272;p11"/>
                <p:cNvSpPr/>
                <p:nvPr/>
              </p:nvSpPr>
              <p:spPr>
                <a:xfrm>
                  <a:off x="5604480" y="4263840"/>
                  <a:ext cx="1352880" cy="9514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58" h="2643" extrusionOk="0">
                      <a:moveTo>
                        <a:pt x="1895" y="2643"/>
                      </a:moveTo>
                      <a:cubicBezTo>
                        <a:pt x="1394" y="2647"/>
                        <a:pt x="920" y="2456"/>
                        <a:pt x="562" y="2104"/>
                      </a:cubicBezTo>
                      <a:cubicBezTo>
                        <a:pt x="287" y="1833"/>
                        <a:pt x="104" y="1490"/>
                        <a:pt x="33" y="1113"/>
                      </a:cubicBezTo>
                      <a:cubicBezTo>
                        <a:pt x="-36" y="743"/>
                        <a:pt x="5" y="366"/>
                        <a:pt x="153" y="22"/>
                      </a:cubicBezTo>
                      <a:cubicBezTo>
                        <a:pt x="161" y="4"/>
                        <a:pt x="182" y="-5"/>
                        <a:pt x="201" y="3"/>
                      </a:cubicBezTo>
                      <a:cubicBezTo>
                        <a:pt x="219" y="11"/>
                        <a:pt x="228" y="32"/>
                        <a:pt x="220" y="51"/>
                      </a:cubicBezTo>
                      <a:cubicBezTo>
                        <a:pt x="-77" y="740"/>
                        <a:pt x="78" y="1526"/>
                        <a:pt x="613" y="2052"/>
                      </a:cubicBezTo>
                      <a:cubicBezTo>
                        <a:pt x="957" y="2390"/>
                        <a:pt x="1412" y="2574"/>
                        <a:pt x="1895" y="2570"/>
                      </a:cubicBezTo>
                      <a:cubicBezTo>
                        <a:pt x="2377" y="2566"/>
                        <a:pt x="2829" y="2374"/>
                        <a:pt x="3167" y="2030"/>
                      </a:cubicBezTo>
                      <a:cubicBezTo>
                        <a:pt x="3556" y="1633"/>
                        <a:pt x="3740" y="1089"/>
                        <a:pt x="3671" y="537"/>
                      </a:cubicBezTo>
                      <a:cubicBezTo>
                        <a:pt x="3668" y="517"/>
                        <a:pt x="3682" y="499"/>
                        <a:pt x="3702" y="497"/>
                      </a:cubicBezTo>
                      <a:cubicBezTo>
                        <a:pt x="3722" y="494"/>
                        <a:pt x="3740" y="508"/>
                        <a:pt x="3743" y="528"/>
                      </a:cubicBezTo>
                      <a:cubicBezTo>
                        <a:pt x="3815" y="1103"/>
                        <a:pt x="3624" y="1669"/>
                        <a:pt x="3219" y="2081"/>
                      </a:cubicBezTo>
                      <a:cubicBezTo>
                        <a:pt x="2867" y="2439"/>
                        <a:pt x="2397" y="2638"/>
                        <a:pt x="1895" y="264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3" name="Google Shape;273;p11"/>
                <p:cNvSpPr/>
                <p:nvPr/>
              </p:nvSpPr>
              <p:spPr>
                <a:xfrm>
                  <a:off x="6090120" y="3862800"/>
                  <a:ext cx="450000" cy="73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0" h="204" extrusionOk="0">
                      <a:moveTo>
                        <a:pt x="1214" y="204"/>
                      </a:moveTo>
                      <a:cubicBezTo>
                        <a:pt x="1210" y="204"/>
                        <a:pt x="1205" y="203"/>
                        <a:pt x="1200" y="201"/>
                      </a:cubicBezTo>
                      <a:cubicBezTo>
                        <a:pt x="836" y="56"/>
                        <a:pt x="426" y="33"/>
                        <a:pt x="46" y="138"/>
                      </a:cubicBezTo>
                      <a:cubicBezTo>
                        <a:pt x="27" y="143"/>
                        <a:pt x="7" y="132"/>
                        <a:pt x="2" y="113"/>
                      </a:cubicBezTo>
                      <a:cubicBezTo>
                        <a:pt x="-4" y="94"/>
                        <a:pt x="7" y="74"/>
                        <a:pt x="27" y="68"/>
                      </a:cubicBezTo>
                      <a:cubicBezTo>
                        <a:pt x="421" y="-41"/>
                        <a:pt x="848" y="-18"/>
                        <a:pt x="1227" y="134"/>
                      </a:cubicBezTo>
                      <a:cubicBezTo>
                        <a:pt x="1246" y="141"/>
                        <a:pt x="1255" y="162"/>
                        <a:pt x="1248" y="181"/>
                      </a:cubicBezTo>
                      <a:cubicBezTo>
                        <a:pt x="1242" y="195"/>
                        <a:pt x="1228" y="204"/>
                        <a:pt x="1214" y="204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28425" rIns="90000" bIns="284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4" name="Google Shape;274;p11"/>
                <p:cNvSpPr/>
                <p:nvPr/>
              </p:nvSpPr>
              <p:spPr>
                <a:xfrm>
                  <a:off x="5739120" y="4004280"/>
                  <a:ext cx="145080" cy="147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" h="409" extrusionOk="0">
                      <a:moveTo>
                        <a:pt x="36" y="409"/>
                      </a:moveTo>
                      <a:cubicBezTo>
                        <a:pt x="29" y="409"/>
                        <a:pt x="21" y="407"/>
                        <a:pt x="14" y="402"/>
                      </a:cubicBezTo>
                      <a:cubicBezTo>
                        <a:pt x="-2" y="390"/>
                        <a:pt x="-5" y="367"/>
                        <a:pt x="7" y="351"/>
                      </a:cubicBezTo>
                      <a:cubicBezTo>
                        <a:pt x="56" y="288"/>
                        <a:pt x="109" y="226"/>
                        <a:pt x="165" y="169"/>
                      </a:cubicBezTo>
                      <a:cubicBezTo>
                        <a:pt x="222" y="111"/>
                        <a:pt x="282" y="57"/>
                        <a:pt x="345" y="8"/>
                      </a:cubicBezTo>
                      <a:cubicBezTo>
                        <a:pt x="360" y="-5"/>
                        <a:pt x="383" y="-2"/>
                        <a:pt x="396" y="14"/>
                      </a:cubicBezTo>
                      <a:cubicBezTo>
                        <a:pt x="408" y="30"/>
                        <a:pt x="405" y="53"/>
                        <a:pt x="390" y="65"/>
                      </a:cubicBezTo>
                      <a:cubicBezTo>
                        <a:pt x="329" y="113"/>
                        <a:pt x="271" y="165"/>
                        <a:pt x="217" y="220"/>
                      </a:cubicBezTo>
                      <a:cubicBezTo>
                        <a:pt x="163" y="275"/>
                        <a:pt x="112" y="334"/>
                        <a:pt x="65" y="395"/>
                      </a:cubicBezTo>
                      <a:cubicBezTo>
                        <a:pt x="58" y="405"/>
                        <a:pt x="47" y="409"/>
                        <a:pt x="36" y="409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5" name="Google Shape;275;p11"/>
                <p:cNvSpPr/>
                <p:nvPr/>
              </p:nvSpPr>
              <p:spPr>
                <a:xfrm>
                  <a:off x="5680080" y="3937680"/>
                  <a:ext cx="1202040" cy="120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9" h="3340" extrusionOk="0">
                      <a:moveTo>
                        <a:pt x="1684" y="3340"/>
                      </a:moveTo>
                      <a:cubicBezTo>
                        <a:pt x="1238" y="3344"/>
                        <a:pt x="816" y="3174"/>
                        <a:pt x="498" y="2862"/>
                      </a:cubicBezTo>
                      <a:cubicBezTo>
                        <a:pt x="-159" y="2216"/>
                        <a:pt x="-168" y="1156"/>
                        <a:pt x="478" y="500"/>
                      </a:cubicBezTo>
                      <a:cubicBezTo>
                        <a:pt x="790" y="182"/>
                        <a:pt x="1208" y="4"/>
                        <a:pt x="1654" y="0"/>
                      </a:cubicBezTo>
                      <a:cubicBezTo>
                        <a:pt x="2100" y="-4"/>
                        <a:pt x="2522" y="166"/>
                        <a:pt x="2840" y="479"/>
                      </a:cubicBezTo>
                      <a:cubicBezTo>
                        <a:pt x="3152" y="787"/>
                        <a:pt x="3330" y="1197"/>
                        <a:pt x="3339" y="1635"/>
                      </a:cubicBezTo>
                      <a:lnTo>
                        <a:pt x="3330" y="1636"/>
                      </a:lnTo>
                      <a:cubicBezTo>
                        <a:pt x="3321" y="1200"/>
                        <a:pt x="3145" y="791"/>
                        <a:pt x="2833" y="486"/>
                      </a:cubicBezTo>
                      <a:cubicBezTo>
                        <a:pt x="2517" y="175"/>
                        <a:pt x="2098" y="5"/>
                        <a:pt x="1654" y="9"/>
                      </a:cubicBezTo>
                      <a:cubicBezTo>
                        <a:pt x="1211" y="13"/>
                        <a:pt x="795" y="190"/>
                        <a:pt x="484" y="506"/>
                      </a:cubicBezTo>
                      <a:cubicBezTo>
                        <a:pt x="-158" y="1159"/>
                        <a:pt x="-149" y="2213"/>
                        <a:pt x="505" y="2855"/>
                      </a:cubicBezTo>
                      <a:cubicBezTo>
                        <a:pt x="821" y="3166"/>
                        <a:pt x="1240" y="3335"/>
                        <a:pt x="1684" y="3331"/>
                      </a:cubicBezTo>
                      <a:cubicBezTo>
                        <a:pt x="2127" y="3328"/>
                        <a:pt x="2543" y="3151"/>
                        <a:pt x="2854" y="2835"/>
                      </a:cubicBezTo>
                      <a:cubicBezTo>
                        <a:pt x="2940" y="2747"/>
                        <a:pt x="3016" y="2650"/>
                        <a:pt x="3080" y="2547"/>
                      </a:cubicBezTo>
                      <a:lnTo>
                        <a:pt x="3088" y="2552"/>
                      </a:lnTo>
                      <a:cubicBezTo>
                        <a:pt x="3024" y="2656"/>
                        <a:pt x="2947" y="2753"/>
                        <a:pt x="2860" y="2841"/>
                      </a:cubicBezTo>
                      <a:cubicBezTo>
                        <a:pt x="2548" y="3159"/>
                        <a:pt x="2130" y="3337"/>
                        <a:pt x="1684" y="334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76" name="Google Shape;276;p11"/>
                <p:cNvSpPr/>
                <p:nvPr/>
              </p:nvSpPr>
              <p:spPr>
                <a:xfrm>
                  <a:off x="6257520" y="4515840"/>
                  <a:ext cx="46800" cy="46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" h="129" extrusionOk="0">
                      <a:moveTo>
                        <a:pt x="19" y="19"/>
                      </a:moveTo>
                      <a:cubicBezTo>
                        <a:pt x="44" y="-7"/>
                        <a:pt x="85" y="-7"/>
                        <a:pt x="111" y="18"/>
                      </a:cubicBezTo>
                      <a:cubicBezTo>
                        <a:pt x="136" y="43"/>
                        <a:pt x="136" y="84"/>
                        <a:pt x="111" y="110"/>
                      </a:cubicBezTo>
                      <a:cubicBezTo>
                        <a:pt x="86" y="135"/>
                        <a:pt x="45" y="135"/>
                        <a:pt x="20" y="111"/>
                      </a:cubicBezTo>
                      <a:cubicBezTo>
                        <a:pt x="-6" y="86"/>
                        <a:pt x="-6" y="44"/>
                        <a:pt x="19" y="1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1425" rIns="90000" bIns="1425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277" name="Google Shape;277;p11"/>
              <p:cNvCxnSpPr/>
              <p:nvPr/>
            </p:nvCxnSpPr>
            <p:spPr>
              <a:xfrm rot="10800000">
                <a:off x="7060875" y="293104"/>
                <a:ext cx="944100" cy="62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278" name="Google Shape;278;p11"/>
              <p:cNvCxnSpPr/>
              <p:nvPr/>
            </p:nvCxnSpPr>
            <p:spPr>
              <a:xfrm>
                <a:off x="8004975" y="915650"/>
                <a:ext cx="930000" cy="1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13"/>
          <p:cNvGrpSpPr/>
          <p:nvPr/>
        </p:nvGrpSpPr>
        <p:grpSpPr>
          <a:xfrm>
            <a:off x="-635744" y="-762375"/>
            <a:ext cx="14352795" cy="8384397"/>
            <a:chOff x="-635744" y="-762375"/>
            <a:chExt cx="14352795" cy="8384397"/>
          </a:xfrm>
        </p:grpSpPr>
        <p:pic>
          <p:nvPicPr>
            <p:cNvPr id="282" name="Google Shape;282;p13"/>
            <p:cNvPicPr preferRelativeResize="0"/>
            <p:nvPr/>
          </p:nvPicPr>
          <p:blipFill rotWithShape="1">
            <a:blip r:embed="rId2">
              <a:alphaModFix/>
            </a:blip>
            <a:srcRect r="36752"/>
            <a:stretch/>
          </p:blipFill>
          <p:spPr>
            <a:xfrm rot="10546103" flipH="1">
              <a:off x="-510325" y="3786177"/>
              <a:ext cx="5977373" cy="3620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4266148" y="-762375"/>
              <a:ext cx="9450902" cy="362024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4" name="Google Shape;284;p13"/>
            <p:cNvGrpSpPr/>
            <p:nvPr/>
          </p:nvGrpSpPr>
          <p:grpSpPr>
            <a:xfrm rot="5400000">
              <a:off x="8228452" y="4336472"/>
              <a:ext cx="469800" cy="65160"/>
              <a:chOff x="9146520" y="317880"/>
              <a:chExt cx="469800" cy="65160"/>
            </a:xfrm>
          </p:grpSpPr>
          <p:sp>
            <p:nvSpPr>
              <p:cNvPr id="285" name="Google Shape;285;p13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13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88" name="Google Shape;288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84483" y="4483150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9" name="Google Shape;289;p13"/>
          <p:cNvGrpSpPr/>
          <p:nvPr/>
        </p:nvGrpSpPr>
        <p:grpSpPr>
          <a:xfrm>
            <a:off x="7060875" y="171998"/>
            <a:ext cx="1874100" cy="1490216"/>
            <a:chOff x="7060875" y="171998"/>
            <a:chExt cx="1874100" cy="1490216"/>
          </a:xfrm>
        </p:grpSpPr>
        <p:grpSp>
          <p:nvGrpSpPr>
            <p:cNvPr id="290" name="Google Shape;290;p13"/>
            <p:cNvGrpSpPr/>
            <p:nvPr/>
          </p:nvGrpSpPr>
          <p:grpSpPr>
            <a:xfrm rot="8999923">
              <a:off x="7445771" y="371715"/>
              <a:ext cx="1091191" cy="1090783"/>
              <a:chOff x="5604480" y="3862800"/>
              <a:chExt cx="1352880" cy="1352520"/>
            </a:xfrm>
          </p:grpSpPr>
          <p:sp>
            <p:nvSpPr>
              <p:cNvPr id="291" name="Google Shape;291;p13"/>
              <p:cNvSpPr/>
              <p:nvPr/>
            </p:nvSpPr>
            <p:spPr>
              <a:xfrm>
                <a:off x="5810040" y="4077000"/>
                <a:ext cx="942120" cy="933120"/>
              </a:xfrm>
              <a:custGeom>
                <a:avLst/>
                <a:gdLst/>
                <a:ahLst/>
                <a:cxnLst/>
                <a:rect l="l" t="t" r="r" b="b"/>
                <a:pathLst>
                  <a:path w="2617" h="2592" extrusionOk="0">
                    <a:moveTo>
                      <a:pt x="1319" y="2592"/>
                    </a:moveTo>
                    <a:cubicBezTo>
                      <a:pt x="970" y="2595"/>
                      <a:pt x="640" y="2461"/>
                      <a:pt x="391" y="2217"/>
                    </a:cubicBezTo>
                    <a:cubicBezTo>
                      <a:pt x="-124" y="1711"/>
                      <a:pt x="-131" y="881"/>
                      <a:pt x="375" y="366"/>
                    </a:cubicBezTo>
                    <a:cubicBezTo>
                      <a:pt x="555" y="182"/>
                      <a:pt x="783" y="57"/>
                      <a:pt x="1035" y="3"/>
                    </a:cubicBezTo>
                    <a:cubicBezTo>
                      <a:pt x="1113" y="-13"/>
                      <a:pt x="1190" y="37"/>
                      <a:pt x="1207" y="115"/>
                    </a:cubicBezTo>
                    <a:cubicBezTo>
                      <a:pt x="1224" y="194"/>
                      <a:pt x="1174" y="271"/>
                      <a:pt x="1095" y="288"/>
                    </a:cubicBezTo>
                    <a:cubicBezTo>
                      <a:pt x="900" y="329"/>
                      <a:pt x="722" y="427"/>
                      <a:pt x="582" y="570"/>
                    </a:cubicBezTo>
                    <a:cubicBezTo>
                      <a:pt x="189" y="970"/>
                      <a:pt x="194" y="1616"/>
                      <a:pt x="594" y="2009"/>
                    </a:cubicBezTo>
                    <a:cubicBezTo>
                      <a:pt x="789" y="2200"/>
                      <a:pt x="1045" y="2304"/>
                      <a:pt x="1317" y="2301"/>
                    </a:cubicBezTo>
                    <a:cubicBezTo>
                      <a:pt x="1589" y="2299"/>
                      <a:pt x="1843" y="2191"/>
                      <a:pt x="2034" y="1997"/>
                    </a:cubicBezTo>
                    <a:cubicBezTo>
                      <a:pt x="2225" y="1803"/>
                      <a:pt x="2328" y="1546"/>
                      <a:pt x="2326" y="1274"/>
                    </a:cubicBezTo>
                    <a:cubicBezTo>
                      <a:pt x="2324" y="1002"/>
                      <a:pt x="2215" y="748"/>
                      <a:pt x="2022" y="557"/>
                    </a:cubicBezTo>
                    <a:cubicBezTo>
                      <a:pt x="1914" y="452"/>
                      <a:pt x="1788" y="373"/>
                      <a:pt x="1648" y="324"/>
                    </a:cubicBezTo>
                    <a:cubicBezTo>
                      <a:pt x="1572" y="297"/>
                      <a:pt x="1532" y="214"/>
                      <a:pt x="1559" y="138"/>
                    </a:cubicBezTo>
                    <a:cubicBezTo>
                      <a:pt x="1586" y="62"/>
                      <a:pt x="1668" y="23"/>
                      <a:pt x="1744" y="49"/>
                    </a:cubicBezTo>
                    <a:cubicBezTo>
                      <a:pt x="1925" y="113"/>
                      <a:pt x="2087" y="214"/>
                      <a:pt x="2225" y="350"/>
                    </a:cubicBezTo>
                    <a:cubicBezTo>
                      <a:pt x="2475" y="595"/>
                      <a:pt x="2613" y="922"/>
                      <a:pt x="2617" y="1272"/>
                    </a:cubicBezTo>
                    <a:cubicBezTo>
                      <a:pt x="2620" y="1621"/>
                      <a:pt x="2486" y="1951"/>
                      <a:pt x="2241" y="2201"/>
                    </a:cubicBezTo>
                    <a:cubicBezTo>
                      <a:pt x="1996" y="2450"/>
                      <a:pt x="1669" y="2589"/>
                      <a:pt x="1319" y="25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13"/>
              <p:cNvSpPr/>
              <p:nvPr/>
            </p:nvSpPr>
            <p:spPr>
              <a:xfrm>
                <a:off x="6140880" y="4068000"/>
                <a:ext cx="33192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7" extrusionOk="0">
                    <a:moveTo>
                      <a:pt x="778" y="357"/>
                    </a:moveTo>
                    <a:cubicBezTo>
                      <a:pt x="762" y="357"/>
                      <a:pt x="745" y="354"/>
                      <a:pt x="729" y="349"/>
                    </a:cubicBezTo>
                    <a:cubicBezTo>
                      <a:pt x="551" y="286"/>
                      <a:pt x="360" y="274"/>
                      <a:pt x="176" y="313"/>
                    </a:cubicBezTo>
                    <a:cubicBezTo>
                      <a:pt x="97" y="329"/>
                      <a:pt x="20" y="279"/>
                      <a:pt x="4" y="201"/>
                    </a:cubicBezTo>
                    <a:cubicBezTo>
                      <a:pt x="-13" y="122"/>
                      <a:pt x="37" y="45"/>
                      <a:pt x="116" y="28"/>
                    </a:cubicBezTo>
                    <a:cubicBezTo>
                      <a:pt x="352" y="-22"/>
                      <a:pt x="598" y="-6"/>
                      <a:pt x="825" y="74"/>
                    </a:cubicBezTo>
                    <a:cubicBezTo>
                      <a:pt x="901" y="101"/>
                      <a:pt x="941" y="184"/>
                      <a:pt x="914" y="260"/>
                    </a:cubicBezTo>
                    <a:cubicBezTo>
                      <a:pt x="893" y="319"/>
                      <a:pt x="838" y="356"/>
                      <a:pt x="778" y="3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5604480" y="4263840"/>
                <a:ext cx="1352880" cy="951480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643" extrusionOk="0">
                    <a:moveTo>
                      <a:pt x="1895" y="2643"/>
                    </a:moveTo>
                    <a:cubicBezTo>
                      <a:pt x="1394" y="2647"/>
                      <a:pt x="920" y="2456"/>
                      <a:pt x="562" y="2104"/>
                    </a:cubicBezTo>
                    <a:cubicBezTo>
                      <a:pt x="287" y="1833"/>
                      <a:pt x="104" y="1490"/>
                      <a:pt x="33" y="1113"/>
                    </a:cubicBezTo>
                    <a:cubicBezTo>
                      <a:pt x="-36" y="743"/>
                      <a:pt x="5" y="366"/>
                      <a:pt x="153" y="22"/>
                    </a:cubicBezTo>
                    <a:cubicBezTo>
                      <a:pt x="161" y="4"/>
                      <a:pt x="182" y="-5"/>
                      <a:pt x="201" y="3"/>
                    </a:cubicBezTo>
                    <a:cubicBezTo>
                      <a:pt x="219" y="11"/>
                      <a:pt x="228" y="32"/>
                      <a:pt x="220" y="51"/>
                    </a:cubicBezTo>
                    <a:cubicBezTo>
                      <a:pt x="-77" y="740"/>
                      <a:pt x="78" y="1526"/>
                      <a:pt x="613" y="2052"/>
                    </a:cubicBezTo>
                    <a:cubicBezTo>
                      <a:pt x="957" y="2390"/>
                      <a:pt x="1412" y="2574"/>
                      <a:pt x="1895" y="2570"/>
                    </a:cubicBezTo>
                    <a:cubicBezTo>
                      <a:pt x="2377" y="2566"/>
                      <a:pt x="2829" y="2374"/>
                      <a:pt x="3167" y="2030"/>
                    </a:cubicBezTo>
                    <a:cubicBezTo>
                      <a:pt x="3556" y="1633"/>
                      <a:pt x="3740" y="1089"/>
                      <a:pt x="3671" y="537"/>
                    </a:cubicBezTo>
                    <a:cubicBezTo>
                      <a:pt x="3668" y="517"/>
                      <a:pt x="3682" y="499"/>
                      <a:pt x="3702" y="497"/>
                    </a:cubicBezTo>
                    <a:cubicBezTo>
                      <a:pt x="3722" y="494"/>
                      <a:pt x="3740" y="508"/>
                      <a:pt x="3743" y="528"/>
                    </a:cubicBezTo>
                    <a:cubicBezTo>
                      <a:pt x="3815" y="1103"/>
                      <a:pt x="3624" y="1669"/>
                      <a:pt x="3219" y="2081"/>
                    </a:cubicBezTo>
                    <a:cubicBezTo>
                      <a:pt x="2867" y="2439"/>
                      <a:pt x="2397" y="2638"/>
                      <a:pt x="1895" y="26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13"/>
              <p:cNvSpPr/>
              <p:nvPr/>
            </p:nvSpPr>
            <p:spPr>
              <a:xfrm>
                <a:off x="6090120" y="3862800"/>
                <a:ext cx="45000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250" h="204" extrusionOk="0">
                    <a:moveTo>
                      <a:pt x="1214" y="204"/>
                    </a:moveTo>
                    <a:cubicBezTo>
                      <a:pt x="1210" y="204"/>
                      <a:pt x="1205" y="203"/>
                      <a:pt x="1200" y="201"/>
                    </a:cubicBezTo>
                    <a:cubicBezTo>
                      <a:pt x="836" y="56"/>
                      <a:pt x="426" y="33"/>
                      <a:pt x="46" y="138"/>
                    </a:cubicBezTo>
                    <a:cubicBezTo>
                      <a:pt x="27" y="143"/>
                      <a:pt x="7" y="132"/>
                      <a:pt x="2" y="113"/>
                    </a:cubicBezTo>
                    <a:cubicBezTo>
                      <a:pt x="-4" y="94"/>
                      <a:pt x="7" y="74"/>
                      <a:pt x="27" y="68"/>
                    </a:cubicBezTo>
                    <a:cubicBezTo>
                      <a:pt x="421" y="-41"/>
                      <a:pt x="848" y="-18"/>
                      <a:pt x="1227" y="134"/>
                    </a:cubicBezTo>
                    <a:cubicBezTo>
                      <a:pt x="1246" y="141"/>
                      <a:pt x="1255" y="162"/>
                      <a:pt x="1248" y="181"/>
                    </a:cubicBezTo>
                    <a:cubicBezTo>
                      <a:pt x="1242" y="195"/>
                      <a:pt x="1228" y="204"/>
                      <a:pt x="1214" y="2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28425" rIns="90000" bIns="28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5" name="Google Shape;295;p13"/>
              <p:cNvSpPr/>
              <p:nvPr/>
            </p:nvSpPr>
            <p:spPr>
              <a:xfrm>
                <a:off x="5739120" y="4004280"/>
                <a:ext cx="145080" cy="147240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09" extrusionOk="0">
                    <a:moveTo>
                      <a:pt x="36" y="409"/>
                    </a:moveTo>
                    <a:cubicBezTo>
                      <a:pt x="29" y="409"/>
                      <a:pt x="21" y="407"/>
                      <a:pt x="14" y="402"/>
                    </a:cubicBezTo>
                    <a:cubicBezTo>
                      <a:pt x="-2" y="390"/>
                      <a:pt x="-5" y="367"/>
                      <a:pt x="7" y="351"/>
                    </a:cubicBezTo>
                    <a:cubicBezTo>
                      <a:pt x="56" y="288"/>
                      <a:pt x="109" y="226"/>
                      <a:pt x="165" y="169"/>
                    </a:cubicBezTo>
                    <a:cubicBezTo>
                      <a:pt x="222" y="111"/>
                      <a:pt x="282" y="57"/>
                      <a:pt x="345" y="8"/>
                    </a:cubicBezTo>
                    <a:cubicBezTo>
                      <a:pt x="360" y="-5"/>
                      <a:pt x="383" y="-2"/>
                      <a:pt x="396" y="14"/>
                    </a:cubicBezTo>
                    <a:cubicBezTo>
                      <a:pt x="408" y="30"/>
                      <a:pt x="405" y="53"/>
                      <a:pt x="390" y="65"/>
                    </a:cubicBezTo>
                    <a:cubicBezTo>
                      <a:pt x="329" y="113"/>
                      <a:pt x="271" y="165"/>
                      <a:pt x="217" y="220"/>
                    </a:cubicBezTo>
                    <a:cubicBezTo>
                      <a:pt x="163" y="275"/>
                      <a:pt x="112" y="334"/>
                      <a:pt x="65" y="395"/>
                    </a:cubicBezTo>
                    <a:cubicBezTo>
                      <a:pt x="58" y="405"/>
                      <a:pt x="47" y="409"/>
                      <a:pt x="36" y="4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13"/>
              <p:cNvSpPr/>
              <p:nvPr/>
            </p:nvSpPr>
            <p:spPr>
              <a:xfrm>
                <a:off x="5680080" y="3937680"/>
                <a:ext cx="1202040" cy="1202400"/>
              </a:xfrm>
              <a:custGeom>
                <a:avLst/>
                <a:gdLst/>
                <a:ahLst/>
                <a:cxnLst/>
                <a:rect l="l" t="t" r="r" b="b"/>
                <a:pathLst>
                  <a:path w="3339" h="3340" extrusionOk="0">
                    <a:moveTo>
                      <a:pt x="1684" y="3340"/>
                    </a:moveTo>
                    <a:cubicBezTo>
                      <a:pt x="1238" y="3344"/>
                      <a:pt x="816" y="3174"/>
                      <a:pt x="498" y="2862"/>
                    </a:cubicBezTo>
                    <a:cubicBezTo>
                      <a:pt x="-159" y="2216"/>
                      <a:pt x="-168" y="1156"/>
                      <a:pt x="478" y="500"/>
                    </a:cubicBezTo>
                    <a:cubicBezTo>
                      <a:pt x="790" y="182"/>
                      <a:pt x="1208" y="4"/>
                      <a:pt x="1654" y="0"/>
                    </a:cubicBezTo>
                    <a:cubicBezTo>
                      <a:pt x="2100" y="-4"/>
                      <a:pt x="2522" y="166"/>
                      <a:pt x="2840" y="479"/>
                    </a:cubicBezTo>
                    <a:cubicBezTo>
                      <a:pt x="3152" y="787"/>
                      <a:pt x="3330" y="1197"/>
                      <a:pt x="3339" y="1635"/>
                    </a:cubicBezTo>
                    <a:lnTo>
                      <a:pt x="3330" y="1636"/>
                    </a:lnTo>
                    <a:cubicBezTo>
                      <a:pt x="3321" y="1200"/>
                      <a:pt x="3145" y="791"/>
                      <a:pt x="2833" y="486"/>
                    </a:cubicBezTo>
                    <a:cubicBezTo>
                      <a:pt x="2517" y="175"/>
                      <a:pt x="2098" y="5"/>
                      <a:pt x="1654" y="9"/>
                    </a:cubicBezTo>
                    <a:cubicBezTo>
                      <a:pt x="1211" y="13"/>
                      <a:pt x="795" y="190"/>
                      <a:pt x="484" y="506"/>
                    </a:cubicBezTo>
                    <a:cubicBezTo>
                      <a:pt x="-158" y="1159"/>
                      <a:pt x="-149" y="2213"/>
                      <a:pt x="505" y="2855"/>
                    </a:cubicBezTo>
                    <a:cubicBezTo>
                      <a:pt x="821" y="3166"/>
                      <a:pt x="1240" y="3335"/>
                      <a:pt x="1684" y="3331"/>
                    </a:cubicBezTo>
                    <a:cubicBezTo>
                      <a:pt x="2127" y="3328"/>
                      <a:pt x="2543" y="3151"/>
                      <a:pt x="2854" y="2835"/>
                    </a:cubicBezTo>
                    <a:cubicBezTo>
                      <a:pt x="2940" y="2747"/>
                      <a:pt x="3016" y="2650"/>
                      <a:pt x="3080" y="2547"/>
                    </a:cubicBezTo>
                    <a:lnTo>
                      <a:pt x="3088" y="2552"/>
                    </a:lnTo>
                    <a:cubicBezTo>
                      <a:pt x="3024" y="2656"/>
                      <a:pt x="2947" y="2753"/>
                      <a:pt x="2860" y="2841"/>
                    </a:cubicBezTo>
                    <a:cubicBezTo>
                      <a:pt x="2548" y="3159"/>
                      <a:pt x="2130" y="3337"/>
                      <a:pt x="1684" y="334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13"/>
              <p:cNvSpPr/>
              <p:nvPr/>
            </p:nvSpPr>
            <p:spPr>
              <a:xfrm>
                <a:off x="6257520" y="4515840"/>
                <a:ext cx="46800" cy="4644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29" extrusionOk="0">
                    <a:moveTo>
                      <a:pt x="19" y="19"/>
                    </a:moveTo>
                    <a:cubicBezTo>
                      <a:pt x="44" y="-7"/>
                      <a:pt x="85" y="-7"/>
                      <a:pt x="111" y="18"/>
                    </a:cubicBezTo>
                    <a:cubicBezTo>
                      <a:pt x="136" y="43"/>
                      <a:pt x="136" y="84"/>
                      <a:pt x="111" y="110"/>
                    </a:cubicBezTo>
                    <a:cubicBezTo>
                      <a:pt x="86" y="135"/>
                      <a:pt x="45" y="135"/>
                      <a:pt x="20" y="111"/>
                    </a:cubicBezTo>
                    <a:cubicBezTo>
                      <a:pt x="-6" y="86"/>
                      <a:pt x="-6" y="44"/>
                      <a:pt x="19" y="1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1425" rIns="90000" bIns="1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98" name="Google Shape;298;p13"/>
            <p:cNvCxnSpPr/>
            <p:nvPr/>
          </p:nvCxnSpPr>
          <p:spPr>
            <a:xfrm rot="10800000">
              <a:off x="7060875" y="293104"/>
              <a:ext cx="944100" cy="629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99" name="Google Shape;299;p13"/>
            <p:cNvCxnSpPr/>
            <p:nvPr/>
          </p:nvCxnSpPr>
          <p:spPr>
            <a:xfrm>
              <a:off x="8004975" y="915650"/>
              <a:ext cx="930000" cy="14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sp>
        <p:nvSpPr>
          <p:cNvPr id="300" name="Google Shape;300;p13"/>
          <p:cNvSpPr txBox="1">
            <a:spLocks noGrp="1"/>
          </p:cNvSpPr>
          <p:nvPr>
            <p:ph type="title" hasCustomPrompt="1"/>
          </p:nvPr>
        </p:nvSpPr>
        <p:spPr>
          <a:xfrm>
            <a:off x="720000" y="1677348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1" name="Google Shape;301;p13"/>
          <p:cNvSpPr txBox="1">
            <a:spLocks noGrp="1"/>
          </p:cNvSpPr>
          <p:nvPr>
            <p:ph type="title" idx="2" hasCustomPrompt="1"/>
          </p:nvPr>
        </p:nvSpPr>
        <p:spPr>
          <a:xfrm>
            <a:off x="3372138" y="167735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2" name="Google Shape;302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2978959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3" name="Google Shape;303;p13"/>
          <p:cNvSpPr txBox="1">
            <a:spLocks noGrp="1"/>
          </p:cNvSpPr>
          <p:nvPr>
            <p:ph type="title" idx="4" hasCustomPrompt="1"/>
          </p:nvPr>
        </p:nvSpPr>
        <p:spPr>
          <a:xfrm>
            <a:off x="6024288" y="1677362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4" name="Google Shape;304;p13"/>
          <p:cNvSpPr txBox="1">
            <a:spLocks noGrp="1"/>
          </p:cNvSpPr>
          <p:nvPr>
            <p:ph type="title" idx="5" hasCustomPrompt="1"/>
          </p:nvPr>
        </p:nvSpPr>
        <p:spPr>
          <a:xfrm>
            <a:off x="3372150" y="2978969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5" name="Google Shape;305;p13"/>
          <p:cNvSpPr txBox="1">
            <a:spLocks noGrp="1"/>
          </p:cNvSpPr>
          <p:nvPr>
            <p:ph type="title" idx="6" hasCustomPrompt="1"/>
          </p:nvPr>
        </p:nvSpPr>
        <p:spPr>
          <a:xfrm>
            <a:off x="6024288" y="29789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6" name="Google Shape;306;p13"/>
          <p:cNvSpPr txBox="1">
            <a:spLocks noGrp="1"/>
          </p:cNvSpPr>
          <p:nvPr>
            <p:ph type="subTitle" idx="1"/>
          </p:nvPr>
        </p:nvSpPr>
        <p:spPr>
          <a:xfrm>
            <a:off x="720000" y="2201625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07" name="Google Shape;307;p13"/>
          <p:cNvSpPr txBox="1">
            <a:spLocks noGrp="1"/>
          </p:cNvSpPr>
          <p:nvPr>
            <p:ph type="subTitle" idx="7"/>
          </p:nvPr>
        </p:nvSpPr>
        <p:spPr>
          <a:xfrm>
            <a:off x="720000" y="3503228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08" name="Google Shape;308;p13"/>
          <p:cNvSpPr txBox="1">
            <a:spLocks noGrp="1"/>
          </p:cNvSpPr>
          <p:nvPr>
            <p:ph type="subTitle" idx="8"/>
          </p:nvPr>
        </p:nvSpPr>
        <p:spPr>
          <a:xfrm>
            <a:off x="3372161" y="3503249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09" name="Google Shape;309;p13"/>
          <p:cNvSpPr txBox="1">
            <a:spLocks noGrp="1"/>
          </p:cNvSpPr>
          <p:nvPr>
            <p:ph type="subTitle" idx="9"/>
          </p:nvPr>
        </p:nvSpPr>
        <p:spPr>
          <a:xfrm>
            <a:off x="3372149" y="2201675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10" name="Google Shape;310;p13"/>
          <p:cNvSpPr txBox="1">
            <a:spLocks noGrp="1"/>
          </p:cNvSpPr>
          <p:nvPr>
            <p:ph type="subTitle" idx="13"/>
          </p:nvPr>
        </p:nvSpPr>
        <p:spPr>
          <a:xfrm>
            <a:off x="6024299" y="2201675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11" name="Google Shape;311;p13"/>
          <p:cNvSpPr txBox="1">
            <a:spLocks noGrp="1"/>
          </p:cNvSpPr>
          <p:nvPr>
            <p:ph type="subTitle" idx="14"/>
          </p:nvPr>
        </p:nvSpPr>
        <p:spPr>
          <a:xfrm>
            <a:off x="6024299" y="3503296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12" name="Google Shape;312;p13"/>
          <p:cNvSpPr txBox="1">
            <a:spLocks noGrp="1"/>
          </p:cNvSpPr>
          <p:nvPr>
            <p:ph type="title" idx="15"/>
          </p:nvPr>
        </p:nvSpPr>
        <p:spPr>
          <a:xfrm>
            <a:off x="720000" y="539500"/>
            <a:ext cx="530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_1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14"/>
          <p:cNvGrpSpPr/>
          <p:nvPr/>
        </p:nvGrpSpPr>
        <p:grpSpPr>
          <a:xfrm>
            <a:off x="-1843936" y="-605557"/>
            <a:ext cx="11437264" cy="10028158"/>
            <a:chOff x="-1843936" y="-605557"/>
            <a:chExt cx="11437264" cy="10028158"/>
          </a:xfrm>
        </p:grpSpPr>
        <p:pic>
          <p:nvPicPr>
            <p:cNvPr id="315" name="Google Shape;315;p14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5400002" flipH="1">
              <a:off x="2659597" y="2488872"/>
              <a:ext cx="10028158" cy="383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" name="Google Shape;316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1843936" y="1331596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7" name="Google Shape;317;p14"/>
            <p:cNvGrpSpPr/>
            <p:nvPr/>
          </p:nvGrpSpPr>
          <p:grpSpPr>
            <a:xfrm>
              <a:off x="4337098" y="214966"/>
              <a:ext cx="469800" cy="65160"/>
              <a:chOff x="9146520" y="317880"/>
              <a:chExt cx="469800" cy="65160"/>
            </a:xfrm>
          </p:grpSpPr>
          <p:sp>
            <p:nvSpPr>
              <p:cNvPr id="318" name="Google Shape;318;p14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14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14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21" name="Google Shape;321;p14"/>
          <p:cNvSpPr txBox="1">
            <a:spLocks noGrp="1"/>
          </p:cNvSpPr>
          <p:nvPr>
            <p:ph type="subTitle" idx="1"/>
          </p:nvPr>
        </p:nvSpPr>
        <p:spPr>
          <a:xfrm>
            <a:off x="3671775" y="1591600"/>
            <a:ext cx="2333100" cy="105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22" name="Google Shape;322;p14"/>
          <p:cNvSpPr>
            <a:spLocks noGrp="1"/>
          </p:cNvSpPr>
          <p:nvPr>
            <p:ph type="pic" idx="2"/>
          </p:nvPr>
        </p:nvSpPr>
        <p:spPr>
          <a:xfrm>
            <a:off x="713225" y="539500"/>
            <a:ext cx="2801100" cy="40647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FI"/>
          </a:p>
        </p:txBody>
      </p:sp>
      <p:sp>
        <p:nvSpPr>
          <p:cNvPr id="323" name="Google Shape;323;p14"/>
          <p:cNvSpPr>
            <a:spLocks noGrp="1"/>
          </p:cNvSpPr>
          <p:nvPr>
            <p:ph type="pic" idx="3"/>
          </p:nvPr>
        </p:nvSpPr>
        <p:spPr>
          <a:xfrm>
            <a:off x="6162325" y="539500"/>
            <a:ext cx="2268600" cy="2104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FI"/>
          </a:p>
        </p:txBody>
      </p:sp>
      <p:sp>
        <p:nvSpPr>
          <p:cNvPr id="324" name="Google Shape;324;p14"/>
          <p:cNvSpPr>
            <a:spLocks noGrp="1"/>
          </p:cNvSpPr>
          <p:nvPr>
            <p:ph type="pic" idx="4"/>
          </p:nvPr>
        </p:nvSpPr>
        <p:spPr>
          <a:xfrm>
            <a:off x="3671775" y="2823325"/>
            <a:ext cx="4740300" cy="1780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FI"/>
          </a:p>
        </p:txBody>
      </p:sp>
      <p:sp>
        <p:nvSpPr>
          <p:cNvPr id="325" name="Google Shape;325;p14"/>
          <p:cNvSpPr txBox="1">
            <a:spLocks noGrp="1"/>
          </p:cNvSpPr>
          <p:nvPr>
            <p:ph type="title"/>
          </p:nvPr>
        </p:nvSpPr>
        <p:spPr>
          <a:xfrm>
            <a:off x="3671775" y="539500"/>
            <a:ext cx="2333100" cy="105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2" name="Google Shape;402;p19"/>
          <p:cNvGrpSpPr/>
          <p:nvPr/>
        </p:nvGrpSpPr>
        <p:grpSpPr>
          <a:xfrm>
            <a:off x="719998" y="-1463200"/>
            <a:ext cx="12150254" cy="8227999"/>
            <a:chOff x="719998" y="-1463200"/>
            <a:chExt cx="12150254" cy="8227999"/>
          </a:xfrm>
        </p:grpSpPr>
        <p:pic>
          <p:nvPicPr>
            <p:cNvPr id="403" name="Google Shape;403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flipH="1">
              <a:off x="2842098" y="-1463200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04" name="Google Shape;404;p19"/>
            <p:cNvGrpSpPr/>
            <p:nvPr/>
          </p:nvGrpSpPr>
          <p:grpSpPr>
            <a:xfrm>
              <a:off x="719998" y="4832591"/>
              <a:ext cx="469800" cy="65160"/>
              <a:chOff x="9146520" y="317880"/>
              <a:chExt cx="469800" cy="65160"/>
            </a:xfrm>
          </p:grpSpPr>
          <p:sp>
            <p:nvSpPr>
              <p:cNvPr id="405" name="Google Shape;405;p19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08" name="Google Shape;408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07955" y="4367149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9" name="Google Shape;409;p19"/>
          <p:cNvSpPr txBox="1">
            <a:spLocks noGrp="1"/>
          </p:cNvSpPr>
          <p:nvPr>
            <p:ph type="subTitle" idx="1"/>
          </p:nvPr>
        </p:nvSpPr>
        <p:spPr>
          <a:xfrm>
            <a:off x="720000" y="1758586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0" name="Google Shape;410;p19"/>
          <p:cNvSpPr txBox="1">
            <a:spLocks noGrp="1"/>
          </p:cNvSpPr>
          <p:nvPr>
            <p:ph type="subTitle" idx="2"/>
          </p:nvPr>
        </p:nvSpPr>
        <p:spPr>
          <a:xfrm>
            <a:off x="3455250" y="1758586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19"/>
          <p:cNvSpPr txBox="1">
            <a:spLocks noGrp="1"/>
          </p:cNvSpPr>
          <p:nvPr>
            <p:ph type="subTitle" idx="3"/>
          </p:nvPr>
        </p:nvSpPr>
        <p:spPr>
          <a:xfrm>
            <a:off x="720000" y="3422157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9"/>
          <p:cNvSpPr txBox="1">
            <a:spLocks noGrp="1"/>
          </p:cNvSpPr>
          <p:nvPr>
            <p:ph type="subTitle" idx="4"/>
          </p:nvPr>
        </p:nvSpPr>
        <p:spPr>
          <a:xfrm>
            <a:off x="3455250" y="3422157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19"/>
          <p:cNvSpPr txBox="1">
            <a:spLocks noGrp="1"/>
          </p:cNvSpPr>
          <p:nvPr>
            <p:ph type="subTitle" idx="5"/>
          </p:nvPr>
        </p:nvSpPr>
        <p:spPr>
          <a:xfrm>
            <a:off x="6190500" y="1758586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19"/>
          <p:cNvSpPr txBox="1">
            <a:spLocks noGrp="1"/>
          </p:cNvSpPr>
          <p:nvPr>
            <p:ph type="subTitle" idx="6"/>
          </p:nvPr>
        </p:nvSpPr>
        <p:spPr>
          <a:xfrm>
            <a:off x="6190500" y="3422157"/>
            <a:ext cx="2233500" cy="116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19"/>
          <p:cNvSpPr txBox="1">
            <a:spLocks noGrp="1"/>
          </p:cNvSpPr>
          <p:nvPr>
            <p:ph type="subTitle" idx="7"/>
          </p:nvPr>
        </p:nvSpPr>
        <p:spPr>
          <a:xfrm>
            <a:off x="720000" y="1464602"/>
            <a:ext cx="2233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16" name="Google Shape;416;p19"/>
          <p:cNvSpPr txBox="1">
            <a:spLocks noGrp="1"/>
          </p:cNvSpPr>
          <p:nvPr>
            <p:ph type="subTitle" idx="8"/>
          </p:nvPr>
        </p:nvSpPr>
        <p:spPr>
          <a:xfrm>
            <a:off x="3455250" y="1464602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17" name="Google Shape;417;p19"/>
          <p:cNvSpPr txBox="1">
            <a:spLocks noGrp="1"/>
          </p:cNvSpPr>
          <p:nvPr>
            <p:ph type="subTitle" idx="9"/>
          </p:nvPr>
        </p:nvSpPr>
        <p:spPr>
          <a:xfrm>
            <a:off x="6190500" y="1464602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18" name="Google Shape;418;p19"/>
          <p:cNvSpPr txBox="1">
            <a:spLocks noGrp="1"/>
          </p:cNvSpPr>
          <p:nvPr>
            <p:ph type="subTitle" idx="13"/>
          </p:nvPr>
        </p:nvSpPr>
        <p:spPr>
          <a:xfrm>
            <a:off x="720000" y="3124956"/>
            <a:ext cx="2233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19" name="Google Shape;419;p19"/>
          <p:cNvSpPr txBox="1">
            <a:spLocks noGrp="1"/>
          </p:cNvSpPr>
          <p:nvPr>
            <p:ph type="subTitle" idx="14"/>
          </p:nvPr>
        </p:nvSpPr>
        <p:spPr>
          <a:xfrm>
            <a:off x="3455250" y="3124960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20" name="Google Shape;420;p19"/>
          <p:cNvSpPr txBox="1">
            <a:spLocks noGrp="1"/>
          </p:cNvSpPr>
          <p:nvPr>
            <p:ph type="subTitle" idx="15"/>
          </p:nvPr>
        </p:nvSpPr>
        <p:spPr>
          <a:xfrm>
            <a:off x="6190500" y="3124960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latin typeface="Assistant"/>
                <a:ea typeface="Assistant"/>
                <a:cs typeface="Assistant"/>
                <a:sym typeface="Assistan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21" name="Google Shape;421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663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" name="Google Shape;440;p21"/>
          <p:cNvGrpSpPr/>
          <p:nvPr/>
        </p:nvGrpSpPr>
        <p:grpSpPr>
          <a:xfrm>
            <a:off x="287475" y="-1295775"/>
            <a:ext cx="13048576" cy="5899776"/>
            <a:chOff x="287475" y="-1295775"/>
            <a:chExt cx="13048576" cy="5899776"/>
          </a:xfrm>
        </p:grpSpPr>
        <p:pic>
          <p:nvPicPr>
            <p:cNvPr id="441" name="Google Shape;441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10800000" flipH="1">
              <a:off x="3885148" y="-1295775"/>
              <a:ext cx="9450902" cy="362024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42" name="Google Shape;442;p21"/>
            <p:cNvGrpSpPr/>
            <p:nvPr/>
          </p:nvGrpSpPr>
          <p:grpSpPr>
            <a:xfrm rot="5400000">
              <a:off x="85155" y="4336521"/>
              <a:ext cx="469800" cy="65160"/>
              <a:chOff x="9146520" y="317880"/>
              <a:chExt cx="469800" cy="65160"/>
            </a:xfrm>
          </p:grpSpPr>
          <p:sp>
            <p:nvSpPr>
              <p:cNvPr id="443" name="Google Shape;443;p21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5" name="Google Shape;445;p21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46" name="Google Shape;446;p21"/>
          <p:cNvGrpSpPr/>
          <p:nvPr/>
        </p:nvGrpSpPr>
        <p:grpSpPr>
          <a:xfrm rot="10800000">
            <a:off x="7441551" y="-94486"/>
            <a:ext cx="1874100" cy="1490216"/>
            <a:chOff x="7060875" y="171998"/>
            <a:chExt cx="1874100" cy="1490216"/>
          </a:xfrm>
        </p:grpSpPr>
        <p:grpSp>
          <p:nvGrpSpPr>
            <p:cNvPr id="447" name="Google Shape;447;p21"/>
            <p:cNvGrpSpPr/>
            <p:nvPr/>
          </p:nvGrpSpPr>
          <p:grpSpPr>
            <a:xfrm rot="8999923">
              <a:off x="7445771" y="371715"/>
              <a:ext cx="1091191" cy="1090783"/>
              <a:chOff x="5604480" y="3862800"/>
              <a:chExt cx="1352880" cy="1352520"/>
            </a:xfrm>
          </p:grpSpPr>
          <p:sp>
            <p:nvSpPr>
              <p:cNvPr id="448" name="Google Shape;448;p21"/>
              <p:cNvSpPr/>
              <p:nvPr/>
            </p:nvSpPr>
            <p:spPr>
              <a:xfrm>
                <a:off x="5810040" y="4077000"/>
                <a:ext cx="942120" cy="933120"/>
              </a:xfrm>
              <a:custGeom>
                <a:avLst/>
                <a:gdLst/>
                <a:ahLst/>
                <a:cxnLst/>
                <a:rect l="l" t="t" r="r" b="b"/>
                <a:pathLst>
                  <a:path w="2617" h="2592" extrusionOk="0">
                    <a:moveTo>
                      <a:pt x="1319" y="2592"/>
                    </a:moveTo>
                    <a:cubicBezTo>
                      <a:pt x="970" y="2595"/>
                      <a:pt x="640" y="2461"/>
                      <a:pt x="391" y="2217"/>
                    </a:cubicBezTo>
                    <a:cubicBezTo>
                      <a:pt x="-124" y="1711"/>
                      <a:pt x="-131" y="881"/>
                      <a:pt x="375" y="366"/>
                    </a:cubicBezTo>
                    <a:cubicBezTo>
                      <a:pt x="555" y="182"/>
                      <a:pt x="783" y="57"/>
                      <a:pt x="1035" y="3"/>
                    </a:cubicBezTo>
                    <a:cubicBezTo>
                      <a:pt x="1113" y="-13"/>
                      <a:pt x="1190" y="37"/>
                      <a:pt x="1207" y="115"/>
                    </a:cubicBezTo>
                    <a:cubicBezTo>
                      <a:pt x="1224" y="194"/>
                      <a:pt x="1174" y="271"/>
                      <a:pt x="1095" y="288"/>
                    </a:cubicBezTo>
                    <a:cubicBezTo>
                      <a:pt x="900" y="329"/>
                      <a:pt x="722" y="427"/>
                      <a:pt x="582" y="570"/>
                    </a:cubicBezTo>
                    <a:cubicBezTo>
                      <a:pt x="189" y="970"/>
                      <a:pt x="194" y="1616"/>
                      <a:pt x="594" y="2009"/>
                    </a:cubicBezTo>
                    <a:cubicBezTo>
                      <a:pt x="789" y="2200"/>
                      <a:pt x="1045" y="2304"/>
                      <a:pt x="1317" y="2301"/>
                    </a:cubicBezTo>
                    <a:cubicBezTo>
                      <a:pt x="1589" y="2299"/>
                      <a:pt x="1843" y="2191"/>
                      <a:pt x="2034" y="1997"/>
                    </a:cubicBezTo>
                    <a:cubicBezTo>
                      <a:pt x="2225" y="1803"/>
                      <a:pt x="2328" y="1546"/>
                      <a:pt x="2326" y="1274"/>
                    </a:cubicBezTo>
                    <a:cubicBezTo>
                      <a:pt x="2324" y="1002"/>
                      <a:pt x="2215" y="748"/>
                      <a:pt x="2022" y="557"/>
                    </a:cubicBezTo>
                    <a:cubicBezTo>
                      <a:pt x="1914" y="452"/>
                      <a:pt x="1788" y="373"/>
                      <a:pt x="1648" y="324"/>
                    </a:cubicBezTo>
                    <a:cubicBezTo>
                      <a:pt x="1572" y="297"/>
                      <a:pt x="1532" y="214"/>
                      <a:pt x="1559" y="138"/>
                    </a:cubicBezTo>
                    <a:cubicBezTo>
                      <a:pt x="1586" y="62"/>
                      <a:pt x="1668" y="23"/>
                      <a:pt x="1744" y="49"/>
                    </a:cubicBezTo>
                    <a:cubicBezTo>
                      <a:pt x="1925" y="113"/>
                      <a:pt x="2087" y="214"/>
                      <a:pt x="2225" y="350"/>
                    </a:cubicBezTo>
                    <a:cubicBezTo>
                      <a:pt x="2475" y="595"/>
                      <a:pt x="2613" y="922"/>
                      <a:pt x="2617" y="1272"/>
                    </a:cubicBezTo>
                    <a:cubicBezTo>
                      <a:pt x="2620" y="1621"/>
                      <a:pt x="2486" y="1951"/>
                      <a:pt x="2241" y="2201"/>
                    </a:cubicBezTo>
                    <a:cubicBezTo>
                      <a:pt x="1996" y="2450"/>
                      <a:pt x="1669" y="2589"/>
                      <a:pt x="1319" y="25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6140880" y="4068000"/>
                <a:ext cx="33192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7" extrusionOk="0">
                    <a:moveTo>
                      <a:pt x="778" y="357"/>
                    </a:moveTo>
                    <a:cubicBezTo>
                      <a:pt x="762" y="357"/>
                      <a:pt x="745" y="354"/>
                      <a:pt x="729" y="349"/>
                    </a:cubicBezTo>
                    <a:cubicBezTo>
                      <a:pt x="551" y="286"/>
                      <a:pt x="360" y="274"/>
                      <a:pt x="176" y="313"/>
                    </a:cubicBezTo>
                    <a:cubicBezTo>
                      <a:pt x="97" y="329"/>
                      <a:pt x="20" y="279"/>
                      <a:pt x="4" y="201"/>
                    </a:cubicBezTo>
                    <a:cubicBezTo>
                      <a:pt x="-13" y="122"/>
                      <a:pt x="37" y="45"/>
                      <a:pt x="116" y="28"/>
                    </a:cubicBezTo>
                    <a:cubicBezTo>
                      <a:pt x="352" y="-22"/>
                      <a:pt x="598" y="-6"/>
                      <a:pt x="825" y="74"/>
                    </a:cubicBezTo>
                    <a:cubicBezTo>
                      <a:pt x="901" y="101"/>
                      <a:pt x="941" y="184"/>
                      <a:pt x="914" y="260"/>
                    </a:cubicBezTo>
                    <a:cubicBezTo>
                      <a:pt x="893" y="319"/>
                      <a:pt x="838" y="356"/>
                      <a:pt x="778" y="3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" name="Google Shape;450;p21"/>
              <p:cNvSpPr/>
              <p:nvPr/>
            </p:nvSpPr>
            <p:spPr>
              <a:xfrm>
                <a:off x="5604480" y="4263840"/>
                <a:ext cx="1352880" cy="951480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643" extrusionOk="0">
                    <a:moveTo>
                      <a:pt x="1895" y="2643"/>
                    </a:moveTo>
                    <a:cubicBezTo>
                      <a:pt x="1394" y="2647"/>
                      <a:pt x="920" y="2456"/>
                      <a:pt x="562" y="2104"/>
                    </a:cubicBezTo>
                    <a:cubicBezTo>
                      <a:pt x="287" y="1833"/>
                      <a:pt x="104" y="1490"/>
                      <a:pt x="33" y="1113"/>
                    </a:cubicBezTo>
                    <a:cubicBezTo>
                      <a:pt x="-36" y="743"/>
                      <a:pt x="5" y="366"/>
                      <a:pt x="153" y="22"/>
                    </a:cubicBezTo>
                    <a:cubicBezTo>
                      <a:pt x="161" y="4"/>
                      <a:pt x="182" y="-5"/>
                      <a:pt x="201" y="3"/>
                    </a:cubicBezTo>
                    <a:cubicBezTo>
                      <a:pt x="219" y="11"/>
                      <a:pt x="228" y="32"/>
                      <a:pt x="220" y="51"/>
                    </a:cubicBezTo>
                    <a:cubicBezTo>
                      <a:pt x="-77" y="740"/>
                      <a:pt x="78" y="1526"/>
                      <a:pt x="613" y="2052"/>
                    </a:cubicBezTo>
                    <a:cubicBezTo>
                      <a:pt x="957" y="2390"/>
                      <a:pt x="1412" y="2574"/>
                      <a:pt x="1895" y="2570"/>
                    </a:cubicBezTo>
                    <a:cubicBezTo>
                      <a:pt x="2377" y="2566"/>
                      <a:pt x="2829" y="2374"/>
                      <a:pt x="3167" y="2030"/>
                    </a:cubicBezTo>
                    <a:cubicBezTo>
                      <a:pt x="3556" y="1633"/>
                      <a:pt x="3740" y="1089"/>
                      <a:pt x="3671" y="537"/>
                    </a:cubicBezTo>
                    <a:cubicBezTo>
                      <a:pt x="3668" y="517"/>
                      <a:pt x="3682" y="499"/>
                      <a:pt x="3702" y="497"/>
                    </a:cubicBezTo>
                    <a:cubicBezTo>
                      <a:pt x="3722" y="494"/>
                      <a:pt x="3740" y="508"/>
                      <a:pt x="3743" y="528"/>
                    </a:cubicBezTo>
                    <a:cubicBezTo>
                      <a:pt x="3815" y="1103"/>
                      <a:pt x="3624" y="1669"/>
                      <a:pt x="3219" y="2081"/>
                    </a:cubicBezTo>
                    <a:cubicBezTo>
                      <a:pt x="2867" y="2439"/>
                      <a:pt x="2397" y="2638"/>
                      <a:pt x="1895" y="26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" name="Google Shape;451;p21"/>
              <p:cNvSpPr/>
              <p:nvPr/>
            </p:nvSpPr>
            <p:spPr>
              <a:xfrm>
                <a:off x="6090120" y="3862800"/>
                <a:ext cx="45000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250" h="204" extrusionOk="0">
                    <a:moveTo>
                      <a:pt x="1214" y="204"/>
                    </a:moveTo>
                    <a:cubicBezTo>
                      <a:pt x="1210" y="204"/>
                      <a:pt x="1205" y="203"/>
                      <a:pt x="1200" y="201"/>
                    </a:cubicBezTo>
                    <a:cubicBezTo>
                      <a:pt x="836" y="56"/>
                      <a:pt x="426" y="33"/>
                      <a:pt x="46" y="138"/>
                    </a:cubicBezTo>
                    <a:cubicBezTo>
                      <a:pt x="27" y="143"/>
                      <a:pt x="7" y="132"/>
                      <a:pt x="2" y="113"/>
                    </a:cubicBezTo>
                    <a:cubicBezTo>
                      <a:pt x="-4" y="94"/>
                      <a:pt x="7" y="74"/>
                      <a:pt x="27" y="68"/>
                    </a:cubicBezTo>
                    <a:cubicBezTo>
                      <a:pt x="421" y="-41"/>
                      <a:pt x="848" y="-18"/>
                      <a:pt x="1227" y="134"/>
                    </a:cubicBezTo>
                    <a:cubicBezTo>
                      <a:pt x="1246" y="141"/>
                      <a:pt x="1255" y="162"/>
                      <a:pt x="1248" y="181"/>
                    </a:cubicBezTo>
                    <a:cubicBezTo>
                      <a:pt x="1242" y="195"/>
                      <a:pt x="1228" y="204"/>
                      <a:pt x="1214" y="2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28425" rIns="90000" bIns="28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21"/>
              <p:cNvSpPr/>
              <p:nvPr/>
            </p:nvSpPr>
            <p:spPr>
              <a:xfrm>
                <a:off x="5739120" y="4004280"/>
                <a:ext cx="145080" cy="147240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09" extrusionOk="0">
                    <a:moveTo>
                      <a:pt x="36" y="409"/>
                    </a:moveTo>
                    <a:cubicBezTo>
                      <a:pt x="29" y="409"/>
                      <a:pt x="21" y="407"/>
                      <a:pt x="14" y="402"/>
                    </a:cubicBezTo>
                    <a:cubicBezTo>
                      <a:pt x="-2" y="390"/>
                      <a:pt x="-5" y="367"/>
                      <a:pt x="7" y="351"/>
                    </a:cubicBezTo>
                    <a:cubicBezTo>
                      <a:pt x="56" y="288"/>
                      <a:pt x="109" y="226"/>
                      <a:pt x="165" y="169"/>
                    </a:cubicBezTo>
                    <a:cubicBezTo>
                      <a:pt x="222" y="111"/>
                      <a:pt x="282" y="57"/>
                      <a:pt x="345" y="8"/>
                    </a:cubicBezTo>
                    <a:cubicBezTo>
                      <a:pt x="360" y="-5"/>
                      <a:pt x="383" y="-2"/>
                      <a:pt x="396" y="14"/>
                    </a:cubicBezTo>
                    <a:cubicBezTo>
                      <a:pt x="408" y="30"/>
                      <a:pt x="405" y="53"/>
                      <a:pt x="390" y="65"/>
                    </a:cubicBezTo>
                    <a:cubicBezTo>
                      <a:pt x="329" y="113"/>
                      <a:pt x="271" y="165"/>
                      <a:pt x="217" y="220"/>
                    </a:cubicBezTo>
                    <a:cubicBezTo>
                      <a:pt x="163" y="275"/>
                      <a:pt x="112" y="334"/>
                      <a:pt x="65" y="395"/>
                    </a:cubicBezTo>
                    <a:cubicBezTo>
                      <a:pt x="58" y="405"/>
                      <a:pt x="47" y="409"/>
                      <a:pt x="36" y="4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21"/>
              <p:cNvSpPr/>
              <p:nvPr/>
            </p:nvSpPr>
            <p:spPr>
              <a:xfrm>
                <a:off x="5680080" y="3937680"/>
                <a:ext cx="1202040" cy="1202400"/>
              </a:xfrm>
              <a:custGeom>
                <a:avLst/>
                <a:gdLst/>
                <a:ahLst/>
                <a:cxnLst/>
                <a:rect l="l" t="t" r="r" b="b"/>
                <a:pathLst>
                  <a:path w="3339" h="3340" extrusionOk="0">
                    <a:moveTo>
                      <a:pt x="1684" y="3340"/>
                    </a:moveTo>
                    <a:cubicBezTo>
                      <a:pt x="1238" y="3344"/>
                      <a:pt x="816" y="3174"/>
                      <a:pt x="498" y="2862"/>
                    </a:cubicBezTo>
                    <a:cubicBezTo>
                      <a:pt x="-159" y="2216"/>
                      <a:pt x="-168" y="1156"/>
                      <a:pt x="478" y="500"/>
                    </a:cubicBezTo>
                    <a:cubicBezTo>
                      <a:pt x="790" y="182"/>
                      <a:pt x="1208" y="4"/>
                      <a:pt x="1654" y="0"/>
                    </a:cubicBezTo>
                    <a:cubicBezTo>
                      <a:pt x="2100" y="-4"/>
                      <a:pt x="2522" y="166"/>
                      <a:pt x="2840" y="479"/>
                    </a:cubicBezTo>
                    <a:cubicBezTo>
                      <a:pt x="3152" y="787"/>
                      <a:pt x="3330" y="1197"/>
                      <a:pt x="3339" y="1635"/>
                    </a:cubicBezTo>
                    <a:lnTo>
                      <a:pt x="3330" y="1636"/>
                    </a:lnTo>
                    <a:cubicBezTo>
                      <a:pt x="3321" y="1200"/>
                      <a:pt x="3145" y="791"/>
                      <a:pt x="2833" y="486"/>
                    </a:cubicBezTo>
                    <a:cubicBezTo>
                      <a:pt x="2517" y="175"/>
                      <a:pt x="2098" y="5"/>
                      <a:pt x="1654" y="9"/>
                    </a:cubicBezTo>
                    <a:cubicBezTo>
                      <a:pt x="1211" y="13"/>
                      <a:pt x="795" y="190"/>
                      <a:pt x="484" y="506"/>
                    </a:cubicBezTo>
                    <a:cubicBezTo>
                      <a:pt x="-158" y="1159"/>
                      <a:pt x="-149" y="2213"/>
                      <a:pt x="505" y="2855"/>
                    </a:cubicBezTo>
                    <a:cubicBezTo>
                      <a:pt x="821" y="3166"/>
                      <a:pt x="1240" y="3335"/>
                      <a:pt x="1684" y="3331"/>
                    </a:cubicBezTo>
                    <a:cubicBezTo>
                      <a:pt x="2127" y="3328"/>
                      <a:pt x="2543" y="3151"/>
                      <a:pt x="2854" y="2835"/>
                    </a:cubicBezTo>
                    <a:cubicBezTo>
                      <a:pt x="2940" y="2747"/>
                      <a:pt x="3016" y="2650"/>
                      <a:pt x="3080" y="2547"/>
                    </a:cubicBezTo>
                    <a:lnTo>
                      <a:pt x="3088" y="2552"/>
                    </a:lnTo>
                    <a:cubicBezTo>
                      <a:pt x="3024" y="2656"/>
                      <a:pt x="2947" y="2753"/>
                      <a:pt x="2860" y="2841"/>
                    </a:cubicBezTo>
                    <a:cubicBezTo>
                      <a:pt x="2548" y="3159"/>
                      <a:pt x="2130" y="3337"/>
                      <a:pt x="1684" y="334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21"/>
              <p:cNvSpPr/>
              <p:nvPr/>
            </p:nvSpPr>
            <p:spPr>
              <a:xfrm>
                <a:off x="6257520" y="4515840"/>
                <a:ext cx="46800" cy="4644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29" extrusionOk="0">
                    <a:moveTo>
                      <a:pt x="19" y="19"/>
                    </a:moveTo>
                    <a:cubicBezTo>
                      <a:pt x="44" y="-7"/>
                      <a:pt x="85" y="-7"/>
                      <a:pt x="111" y="18"/>
                    </a:cubicBezTo>
                    <a:cubicBezTo>
                      <a:pt x="136" y="43"/>
                      <a:pt x="136" y="84"/>
                      <a:pt x="111" y="110"/>
                    </a:cubicBezTo>
                    <a:cubicBezTo>
                      <a:pt x="86" y="135"/>
                      <a:pt x="45" y="135"/>
                      <a:pt x="20" y="111"/>
                    </a:cubicBezTo>
                    <a:cubicBezTo>
                      <a:pt x="-6" y="86"/>
                      <a:pt x="-6" y="44"/>
                      <a:pt x="19" y="1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1425" rIns="90000" bIns="1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455" name="Google Shape;455;p21"/>
            <p:cNvCxnSpPr/>
            <p:nvPr/>
          </p:nvCxnSpPr>
          <p:spPr>
            <a:xfrm rot="10800000">
              <a:off x="7060875" y="293104"/>
              <a:ext cx="944100" cy="629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456" name="Google Shape;456;p21"/>
            <p:cNvCxnSpPr/>
            <p:nvPr/>
          </p:nvCxnSpPr>
          <p:spPr>
            <a:xfrm>
              <a:off x="8004975" y="915650"/>
              <a:ext cx="930000" cy="14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sp>
        <p:nvSpPr>
          <p:cNvPr id="457" name="Google Shape;457;p21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6637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5" name="Google Shape;705;p28"/>
          <p:cNvGrpSpPr/>
          <p:nvPr/>
        </p:nvGrpSpPr>
        <p:grpSpPr>
          <a:xfrm>
            <a:off x="-1301952" y="-898275"/>
            <a:ext cx="10266285" cy="7489224"/>
            <a:chOff x="-1309377" y="-876025"/>
            <a:chExt cx="10266285" cy="7489224"/>
          </a:xfrm>
        </p:grpSpPr>
        <p:pic>
          <p:nvPicPr>
            <p:cNvPr id="706" name="Google Shape;706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309377" y="-876025"/>
              <a:ext cx="10028154" cy="3839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7" name="Google Shape;707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57208" y="4215548"/>
              <a:ext cx="2399700" cy="239765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08" name="Google Shape;708;p28"/>
          <p:cNvGrpSpPr/>
          <p:nvPr/>
        </p:nvGrpSpPr>
        <p:grpSpPr>
          <a:xfrm>
            <a:off x="-772218" y="539506"/>
            <a:ext cx="9490987" cy="5222688"/>
            <a:chOff x="-772218" y="539506"/>
            <a:chExt cx="9490987" cy="5222688"/>
          </a:xfrm>
        </p:grpSpPr>
        <p:grpSp>
          <p:nvGrpSpPr>
            <p:cNvPr id="709" name="Google Shape;709;p28"/>
            <p:cNvGrpSpPr/>
            <p:nvPr/>
          </p:nvGrpSpPr>
          <p:grpSpPr>
            <a:xfrm rot="4499854">
              <a:off x="-559892" y="3658544"/>
              <a:ext cx="1891398" cy="1890894"/>
              <a:chOff x="5604480" y="3862800"/>
              <a:chExt cx="1352880" cy="1352520"/>
            </a:xfrm>
          </p:grpSpPr>
          <p:sp>
            <p:nvSpPr>
              <p:cNvPr id="710" name="Google Shape;710;p28"/>
              <p:cNvSpPr/>
              <p:nvPr/>
            </p:nvSpPr>
            <p:spPr>
              <a:xfrm>
                <a:off x="5810040" y="4077000"/>
                <a:ext cx="942120" cy="933120"/>
              </a:xfrm>
              <a:custGeom>
                <a:avLst/>
                <a:gdLst/>
                <a:ahLst/>
                <a:cxnLst/>
                <a:rect l="l" t="t" r="r" b="b"/>
                <a:pathLst>
                  <a:path w="2617" h="2592" extrusionOk="0">
                    <a:moveTo>
                      <a:pt x="1319" y="2592"/>
                    </a:moveTo>
                    <a:cubicBezTo>
                      <a:pt x="970" y="2595"/>
                      <a:pt x="640" y="2461"/>
                      <a:pt x="391" y="2217"/>
                    </a:cubicBezTo>
                    <a:cubicBezTo>
                      <a:pt x="-124" y="1711"/>
                      <a:pt x="-131" y="881"/>
                      <a:pt x="375" y="366"/>
                    </a:cubicBezTo>
                    <a:cubicBezTo>
                      <a:pt x="555" y="182"/>
                      <a:pt x="783" y="57"/>
                      <a:pt x="1035" y="3"/>
                    </a:cubicBezTo>
                    <a:cubicBezTo>
                      <a:pt x="1113" y="-13"/>
                      <a:pt x="1190" y="37"/>
                      <a:pt x="1207" y="115"/>
                    </a:cubicBezTo>
                    <a:cubicBezTo>
                      <a:pt x="1224" y="194"/>
                      <a:pt x="1174" y="271"/>
                      <a:pt x="1095" y="288"/>
                    </a:cubicBezTo>
                    <a:cubicBezTo>
                      <a:pt x="900" y="329"/>
                      <a:pt x="722" y="427"/>
                      <a:pt x="582" y="570"/>
                    </a:cubicBezTo>
                    <a:cubicBezTo>
                      <a:pt x="189" y="970"/>
                      <a:pt x="194" y="1616"/>
                      <a:pt x="594" y="2009"/>
                    </a:cubicBezTo>
                    <a:cubicBezTo>
                      <a:pt x="789" y="2200"/>
                      <a:pt x="1045" y="2304"/>
                      <a:pt x="1317" y="2301"/>
                    </a:cubicBezTo>
                    <a:cubicBezTo>
                      <a:pt x="1589" y="2299"/>
                      <a:pt x="1843" y="2191"/>
                      <a:pt x="2034" y="1997"/>
                    </a:cubicBezTo>
                    <a:cubicBezTo>
                      <a:pt x="2225" y="1803"/>
                      <a:pt x="2328" y="1546"/>
                      <a:pt x="2326" y="1274"/>
                    </a:cubicBezTo>
                    <a:cubicBezTo>
                      <a:pt x="2324" y="1002"/>
                      <a:pt x="2215" y="748"/>
                      <a:pt x="2022" y="557"/>
                    </a:cubicBezTo>
                    <a:cubicBezTo>
                      <a:pt x="1914" y="452"/>
                      <a:pt x="1788" y="373"/>
                      <a:pt x="1648" y="324"/>
                    </a:cubicBezTo>
                    <a:cubicBezTo>
                      <a:pt x="1572" y="297"/>
                      <a:pt x="1532" y="214"/>
                      <a:pt x="1559" y="138"/>
                    </a:cubicBezTo>
                    <a:cubicBezTo>
                      <a:pt x="1586" y="62"/>
                      <a:pt x="1668" y="23"/>
                      <a:pt x="1744" y="49"/>
                    </a:cubicBezTo>
                    <a:cubicBezTo>
                      <a:pt x="1925" y="113"/>
                      <a:pt x="2087" y="214"/>
                      <a:pt x="2225" y="350"/>
                    </a:cubicBezTo>
                    <a:cubicBezTo>
                      <a:pt x="2475" y="595"/>
                      <a:pt x="2613" y="922"/>
                      <a:pt x="2617" y="1272"/>
                    </a:cubicBezTo>
                    <a:cubicBezTo>
                      <a:pt x="2620" y="1621"/>
                      <a:pt x="2486" y="1951"/>
                      <a:pt x="2241" y="2201"/>
                    </a:cubicBezTo>
                    <a:cubicBezTo>
                      <a:pt x="1996" y="2450"/>
                      <a:pt x="1669" y="2589"/>
                      <a:pt x="1319" y="259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28"/>
              <p:cNvSpPr/>
              <p:nvPr/>
            </p:nvSpPr>
            <p:spPr>
              <a:xfrm>
                <a:off x="6140880" y="4068000"/>
                <a:ext cx="331920" cy="128520"/>
              </a:xfrm>
              <a:custGeom>
                <a:avLst/>
                <a:gdLst/>
                <a:ahLst/>
                <a:cxnLst/>
                <a:rect l="l" t="t" r="r" b="b"/>
                <a:pathLst>
                  <a:path w="922" h="357" extrusionOk="0">
                    <a:moveTo>
                      <a:pt x="778" y="357"/>
                    </a:moveTo>
                    <a:cubicBezTo>
                      <a:pt x="762" y="357"/>
                      <a:pt x="745" y="354"/>
                      <a:pt x="729" y="349"/>
                    </a:cubicBezTo>
                    <a:cubicBezTo>
                      <a:pt x="551" y="286"/>
                      <a:pt x="360" y="274"/>
                      <a:pt x="176" y="313"/>
                    </a:cubicBezTo>
                    <a:cubicBezTo>
                      <a:pt x="97" y="329"/>
                      <a:pt x="20" y="279"/>
                      <a:pt x="4" y="201"/>
                    </a:cubicBezTo>
                    <a:cubicBezTo>
                      <a:pt x="-13" y="122"/>
                      <a:pt x="37" y="45"/>
                      <a:pt x="116" y="28"/>
                    </a:cubicBezTo>
                    <a:cubicBezTo>
                      <a:pt x="352" y="-22"/>
                      <a:pt x="598" y="-6"/>
                      <a:pt x="825" y="74"/>
                    </a:cubicBezTo>
                    <a:cubicBezTo>
                      <a:pt x="901" y="101"/>
                      <a:pt x="941" y="184"/>
                      <a:pt x="914" y="260"/>
                    </a:cubicBezTo>
                    <a:cubicBezTo>
                      <a:pt x="893" y="319"/>
                      <a:pt x="838" y="356"/>
                      <a:pt x="778" y="35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28"/>
              <p:cNvSpPr/>
              <p:nvPr/>
            </p:nvSpPr>
            <p:spPr>
              <a:xfrm>
                <a:off x="5604480" y="4263840"/>
                <a:ext cx="1352880" cy="951480"/>
              </a:xfrm>
              <a:custGeom>
                <a:avLst/>
                <a:gdLst/>
                <a:ahLst/>
                <a:cxnLst/>
                <a:rect l="l" t="t" r="r" b="b"/>
                <a:pathLst>
                  <a:path w="3758" h="2643" extrusionOk="0">
                    <a:moveTo>
                      <a:pt x="1895" y="2643"/>
                    </a:moveTo>
                    <a:cubicBezTo>
                      <a:pt x="1394" y="2647"/>
                      <a:pt x="920" y="2456"/>
                      <a:pt x="562" y="2104"/>
                    </a:cubicBezTo>
                    <a:cubicBezTo>
                      <a:pt x="287" y="1833"/>
                      <a:pt x="104" y="1490"/>
                      <a:pt x="33" y="1113"/>
                    </a:cubicBezTo>
                    <a:cubicBezTo>
                      <a:pt x="-36" y="743"/>
                      <a:pt x="5" y="366"/>
                      <a:pt x="153" y="22"/>
                    </a:cubicBezTo>
                    <a:cubicBezTo>
                      <a:pt x="161" y="4"/>
                      <a:pt x="182" y="-5"/>
                      <a:pt x="201" y="3"/>
                    </a:cubicBezTo>
                    <a:cubicBezTo>
                      <a:pt x="219" y="11"/>
                      <a:pt x="228" y="32"/>
                      <a:pt x="220" y="51"/>
                    </a:cubicBezTo>
                    <a:cubicBezTo>
                      <a:pt x="-77" y="740"/>
                      <a:pt x="78" y="1526"/>
                      <a:pt x="613" y="2052"/>
                    </a:cubicBezTo>
                    <a:cubicBezTo>
                      <a:pt x="957" y="2390"/>
                      <a:pt x="1412" y="2574"/>
                      <a:pt x="1895" y="2570"/>
                    </a:cubicBezTo>
                    <a:cubicBezTo>
                      <a:pt x="2377" y="2566"/>
                      <a:pt x="2829" y="2374"/>
                      <a:pt x="3167" y="2030"/>
                    </a:cubicBezTo>
                    <a:cubicBezTo>
                      <a:pt x="3556" y="1633"/>
                      <a:pt x="3740" y="1089"/>
                      <a:pt x="3671" y="537"/>
                    </a:cubicBezTo>
                    <a:cubicBezTo>
                      <a:pt x="3668" y="517"/>
                      <a:pt x="3682" y="499"/>
                      <a:pt x="3702" y="497"/>
                    </a:cubicBezTo>
                    <a:cubicBezTo>
                      <a:pt x="3722" y="494"/>
                      <a:pt x="3740" y="508"/>
                      <a:pt x="3743" y="528"/>
                    </a:cubicBezTo>
                    <a:cubicBezTo>
                      <a:pt x="3815" y="1103"/>
                      <a:pt x="3624" y="1669"/>
                      <a:pt x="3219" y="2081"/>
                    </a:cubicBezTo>
                    <a:cubicBezTo>
                      <a:pt x="2867" y="2439"/>
                      <a:pt x="2397" y="2638"/>
                      <a:pt x="1895" y="264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28"/>
              <p:cNvSpPr/>
              <p:nvPr/>
            </p:nvSpPr>
            <p:spPr>
              <a:xfrm>
                <a:off x="6090120" y="3862800"/>
                <a:ext cx="450000" cy="73440"/>
              </a:xfrm>
              <a:custGeom>
                <a:avLst/>
                <a:gdLst/>
                <a:ahLst/>
                <a:cxnLst/>
                <a:rect l="l" t="t" r="r" b="b"/>
                <a:pathLst>
                  <a:path w="1250" h="204" extrusionOk="0">
                    <a:moveTo>
                      <a:pt x="1214" y="204"/>
                    </a:moveTo>
                    <a:cubicBezTo>
                      <a:pt x="1210" y="204"/>
                      <a:pt x="1205" y="203"/>
                      <a:pt x="1200" y="201"/>
                    </a:cubicBezTo>
                    <a:cubicBezTo>
                      <a:pt x="836" y="56"/>
                      <a:pt x="426" y="33"/>
                      <a:pt x="46" y="138"/>
                    </a:cubicBezTo>
                    <a:cubicBezTo>
                      <a:pt x="27" y="143"/>
                      <a:pt x="7" y="132"/>
                      <a:pt x="2" y="113"/>
                    </a:cubicBezTo>
                    <a:cubicBezTo>
                      <a:pt x="-4" y="94"/>
                      <a:pt x="7" y="74"/>
                      <a:pt x="27" y="68"/>
                    </a:cubicBezTo>
                    <a:cubicBezTo>
                      <a:pt x="421" y="-41"/>
                      <a:pt x="848" y="-18"/>
                      <a:pt x="1227" y="134"/>
                    </a:cubicBezTo>
                    <a:cubicBezTo>
                      <a:pt x="1246" y="141"/>
                      <a:pt x="1255" y="162"/>
                      <a:pt x="1248" y="181"/>
                    </a:cubicBezTo>
                    <a:cubicBezTo>
                      <a:pt x="1242" y="195"/>
                      <a:pt x="1228" y="204"/>
                      <a:pt x="1214" y="2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28425" rIns="90000" bIns="28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28"/>
              <p:cNvSpPr/>
              <p:nvPr/>
            </p:nvSpPr>
            <p:spPr>
              <a:xfrm>
                <a:off x="5739120" y="4004280"/>
                <a:ext cx="145080" cy="147240"/>
              </a:xfrm>
              <a:custGeom>
                <a:avLst/>
                <a:gdLst/>
                <a:ahLst/>
                <a:cxnLst/>
                <a:rect l="l" t="t" r="r" b="b"/>
                <a:pathLst>
                  <a:path w="403" h="409" extrusionOk="0">
                    <a:moveTo>
                      <a:pt x="36" y="409"/>
                    </a:moveTo>
                    <a:cubicBezTo>
                      <a:pt x="29" y="409"/>
                      <a:pt x="21" y="407"/>
                      <a:pt x="14" y="402"/>
                    </a:cubicBezTo>
                    <a:cubicBezTo>
                      <a:pt x="-2" y="390"/>
                      <a:pt x="-5" y="367"/>
                      <a:pt x="7" y="351"/>
                    </a:cubicBezTo>
                    <a:cubicBezTo>
                      <a:pt x="56" y="288"/>
                      <a:pt x="109" y="226"/>
                      <a:pt x="165" y="169"/>
                    </a:cubicBezTo>
                    <a:cubicBezTo>
                      <a:pt x="222" y="111"/>
                      <a:pt x="282" y="57"/>
                      <a:pt x="345" y="8"/>
                    </a:cubicBezTo>
                    <a:cubicBezTo>
                      <a:pt x="360" y="-5"/>
                      <a:pt x="383" y="-2"/>
                      <a:pt x="396" y="14"/>
                    </a:cubicBezTo>
                    <a:cubicBezTo>
                      <a:pt x="408" y="30"/>
                      <a:pt x="405" y="53"/>
                      <a:pt x="390" y="65"/>
                    </a:cubicBezTo>
                    <a:cubicBezTo>
                      <a:pt x="329" y="113"/>
                      <a:pt x="271" y="165"/>
                      <a:pt x="217" y="220"/>
                    </a:cubicBezTo>
                    <a:cubicBezTo>
                      <a:pt x="163" y="275"/>
                      <a:pt x="112" y="334"/>
                      <a:pt x="65" y="395"/>
                    </a:cubicBezTo>
                    <a:cubicBezTo>
                      <a:pt x="58" y="405"/>
                      <a:pt x="47" y="409"/>
                      <a:pt x="36" y="4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28"/>
              <p:cNvSpPr/>
              <p:nvPr/>
            </p:nvSpPr>
            <p:spPr>
              <a:xfrm>
                <a:off x="5680080" y="3937680"/>
                <a:ext cx="1202040" cy="1202400"/>
              </a:xfrm>
              <a:custGeom>
                <a:avLst/>
                <a:gdLst/>
                <a:ahLst/>
                <a:cxnLst/>
                <a:rect l="l" t="t" r="r" b="b"/>
                <a:pathLst>
                  <a:path w="3339" h="3340" extrusionOk="0">
                    <a:moveTo>
                      <a:pt x="1684" y="3340"/>
                    </a:moveTo>
                    <a:cubicBezTo>
                      <a:pt x="1238" y="3344"/>
                      <a:pt x="816" y="3174"/>
                      <a:pt x="498" y="2862"/>
                    </a:cubicBezTo>
                    <a:cubicBezTo>
                      <a:pt x="-159" y="2216"/>
                      <a:pt x="-168" y="1156"/>
                      <a:pt x="478" y="500"/>
                    </a:cubicBezTo>
                    <a:cubicBezTo>
                      <a:pt x="790" y="182"/>
                      <a:pt x="1208" y="4"/>
                      <a:pt x="1654" y="0"/>
                    </a:cubicBezTo>
                    <a:cubicBezTo>
                      <a:pt x="2100" y="-4"/>
                      <a:pt x="2522" y="166"/>
                      <a:pt x="2840" y="479"/>
                    </a:cubicBezTo>
                    <a:cubicBezTo>
                      <a:pt x="3152" y="787"/>
                      <a:pt x="3330" y="1197"/>
                      <a:pt x="3339" y="1635"/>
                    </a:cubicBezTo>
                    <a:lnTo>
                      <a:pt x="3330" y="1636"/>
                    </a:lnTo>
                    <a:cubicBezTo>
                      <a:pt x="3321" y="1200"/>
                      <a:pt x="3145" y="791"/>
                      <a:pt x="2833" y="486"/>
                    </a:cubicBezTo>
                    <a:cubicBezTo>
                      <a:pt x="2517" y="175"/>
                      <a:pt x="2098" y="5"/>
                      <a:pt x="1654" y="9"/>
                    </a:cubicBezTo>
                    <a:cubicBezTo>
                      <a:pt x="1211" y="13"/>
                      <a:pt x="795" y="190"/>
                      <a:pt x="484" y="506"/>
                    </a:cubicBezTo>
                    <a:cubicBezTo>
                      <a:pt x="-158" y="1159"/>
                      <a:pt x="-149" y="2213"/>
                      <a:pt x="505" y="2855"/>
                    </a:cubicBezTo>
                    <a:cubicBezTo>
                      <a:pt x="821" y="3166"/>
                      <a:pt x="1240" y="3335"/>
                      <a:pt x="1684" y="3331"/>
                    </a:cubicBezTo>
                    <a:cubicBezTo>
                      <a:pt x="2127" y="3328"/>
                      <a:pt x="2543" y="3151"/>
                      <a:pt x="2854" y="2835"/>
                    </a:cubicBezTo>
                    <a:cubicBezTo>
                      <a:pt x="2940" y="2747"/>
                      <a:pt x="3016" y="2650"/>
                      <a:pt x="3080" y="2547"/>
                    </a:cubicBezTo>
                    <a:lnTo>
                      <a:pt x="3088" y="2552"/>
                    </a:lnTo>
                    <a:cubicBezTo>
                      <a:pt x="3024" y="2656"/>
                      <a:pt x="2947" y="2753"/>
                      <a:pt x="2860" y="2841"/>
                    </a:cubicBezTo>
                    <a:cubicBezTo>
                      <a:pt x="2548" y="3159"/>
                      <a:pt x="2130" y="3337"/>
                      <a:pt x="1684" y="334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28"/>
              <p:cNvSpPr/>
              <p:nvPr/>
            </p:nvSpPr>
            <p:spPr>
              <a:xfrm>
                <a:off x="6257520" y="4515840"/>
                <a:ext cx="46800" cy="46440"/>
              </a:xfrm>
              <a:custGeom>
                <a:avLst/>
                <a:gdLst/>
                <a:ahLst/>
                <a:cxnLst/>
                <a:rect l="l" t="t" r="r" b="b"/>
                <a:pathLst>
                  <a:path w="130" h="129" extrusionOk="0">
                    <a:moveTo>
                      <a:pt x="19" y="19"/>
                    </a:moveTo>
                    <a:cubicBezTo>
                      <a:pt x="44" y="-7"/>
                      <a:pt x="85" y="-7"/>
                      <a:pt x="111" y="18"/>
                    </a:cubicBezTo>
                    <a:cubicBezTo>
                      <a:pt x="136" y="43"/>
                      <a:pt x="136" y="84"/>
                      <a:pt x="111" y="110"/>
                    </a:cubicBezTo>
                    <a:cubicBezTo>
                      <a:pt x="86" y="135"/>
                      <a:pt x="45" y="135"/>
                      <a:pt x="20" y="111"/>
                    </a:cubicBezTo>
                    <a:cubicBezTo>
                      <a:pt x="-6" y="86"/>
                      <a:pt x="-6" y="44"/>
                      <a:pt x="19" y="1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1425" rIns="90000" bIns="1425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7" name="Google Shape;717;p28"/>
            <p:cNvGrpSpPr/>
            <p:nvPr/>
          </p:nvGrpSpPr>
          <p:grpSpPr>
            <a:xfrm flipH="1">
              <a:off x="7168260" y="539506"/>
              <a:ext cx="1550510" cy="1844289"/>
              <a:chOff x="5964933" y="1271550"/>
              <a:chExt cx="3226867" cy="3838270"/>
            </a:xfrm>
          </p:grpSpPr>
          <p:grpSp>
            <p:nvGrpSpPr>
              <p:cNvPr id="718" name="Google Shape;718;p28"/>
              <p:cNvGrpSpPr/>
              <p:nvPr/>
            </p:nvGrpSpPr>
            <p:grpSpPr>
              <a:xfrm rot="1800072">
                <a:off x="6697343" y="1678731"/>
                <a:ext cx="1637454" cy="3157382"/>
                <a:chOff x="6571800" y="2576520"/>
                <a:chExt cx="1118520" cy="2156760"/>
              </a:xfrm>
            </p:grpSpPr>
            <p:sp>
              <p:nvSpPr>
                <p:cNvPr id="719" name="Google Shape;719;p28"/>
                <p:cNvSpPr/>
                <p:nvPr/>
              </p:nvSpPr>
              <p:spPr>
                <a:xfrm>
                  <a:off x="7450920" y="2913840"/>
                  <a:ext cx="133200" cy="41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149" extrusionOk="0">
                      <a:moveTo>
                        <a:pt x="317" y="0"/>
                      </a:moveTo>
                      <a:lnTo>
                        <a:pt x="317" y="0"/>
                      </a:lnTo>
                      <a:cubicBezTo>
                        <a:pt x="296" y="0"/>
                        <a:pt x="277" y="12"/>
                        <a:pt x="269" y="32"/>
                      </a:cubicBezTo>
                      <a:lnTo>
                        <a:pt x="1" y="666"/>
                      </a:lnTo>
                      <a:lnTo>
                        <a:pt x="0" y="669"/>
                      </a:lnTo>
                      <a:lnTo>
                        <a:pt x="0" y="673"/>
                      </a:ln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8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53"/>
                      </a:lnTo>
                      <a:cubicBezTo>
                        <a:pt x="370" y="20"/>
                        <a:pt x="343" y="0"/>
                        <a:pt x="317" y="0"/>
                      </a:cubicBezTo>
                      <a:moveTo>
                        <a:pt x="317" y="18"/>
                      </a:moveTo>
                      <a:cubicBezTo>
                        <a:pt x="335" y="18"/>
                        <a:pt x="352" y="31"/>
                        <a:pt x="352" y="53"/>
                      </a:cubicBezTo>
                      <a:lnTo>
                        <a:pt x="352" y="1132"/>
                      </a:lnTo>
                      <a:lnTo>
                        <a:pt x="18" y="1132"/>
                      </a:lnTo>
                      <a:lnTo>
                        <a:pt x="18" y="673"/>
                      </a:lnTo>
                      <a:lnTo>
                        <a:pt x="285" y="39"/>
                      </a:lnTo>
                      <a:cubicBezTo>
                        <a:pt x="291" y="24"/>
                        <a:pt x="304" y="18"/>
                        <a:pt x="317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0" name="Google Shape;720;p28"/>
                <p:cNvSpPr/>
                <p:nvPr/>
              </p:nvSpPr>
              <p:spPr>
                <a:xfrm>
                  <a:off x="7450920" y="3374640"/>
                  <a:ext cx="133200" cy="504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402" extrusionOk="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322"/>
                      </a:lnTo>
                      <a:lnTo>
                        <a:pt x="0" y="325"/>
                      </a:lnTo>
                      <a:lnTo>
                        <a:pt x="1" y="328"/>
                      </a:lnTo>
                      <a:lnTo>
                        <a:pt x="335" y="1302"/>
                      </a:lnTo>
                      <a:lnTo>
                        <a:pt x="370" y="1402"/>
                      </a:lnTo>
                      <a:lnTo>
                        <a:pt x="370" y="1297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1297"/>
                      </a:lnTo>
                      <a:lnTo>
                        <a:pt x="18" y="322"/>
                      </a:lnTo>
                      <a:lnTo>
                        <a:pt x="18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1" name="Google Shape;721;p28"/>
                <p:cNvSpPr/>
                <p:nvPr/>
              </p:nvSpPr>
              <p:spPr>
                <a:xfrm>
                  <a:off x="6750360" y="3713040"/>
                  <a:ext cx="761400" cy="37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" h="1050" extrusionOk="0">
                      <a:moveTo>
                        <a:pt x="357" y="0"/>
                      </a:moveTo>
                      <a:lnTo>
                        <a:pt x="357" y="0"/>
                      </a:lnTo>
                      <a:cubicBezTo>
                        <a:pt x="260" y="0"/>
                        <a:pt x="175" y="61"/>
                        <a:pt x="144" y="154"/>
                      </a:cubicBezTo>
                      <a:lnTo>
                        <a:pt x="6" y="574"/>
                      </a:lnTo>
                      <a:cubicBezTo>
                        <a:pt x="-6" y="611"/>
                        <a:pt x="-1" y="651"/>
                        <a:pt x="19" y="685"/>
                      </a:cubicBezTo>
                      <a:cubicBezTo>
                        <a:pt x="28" y="701"/>
                        <a:pt x="40" y="714"/>
                        <a:pt x="55" y="724"/>
                      </a:cubicBezTo>
                      <a:cubicBezTo>
                        <a:pt x="348" y="938"/>
                        <a:pt x="695" y="1050"/>
                        <a:pt x="1057" y="1050"/>
                      </a:cubicBezTo>
                      <a:cubicBezTo>
                        <a:pt x="1420" y="1050"/>
                        <a:pt x="1766" y="938"/>
                        <a:pt x="2060" y="724"/>
                      </a:cubicBezTo>
                      <a:cubicBezTo>
                        <a:pt x="2074" y="714"/>
                        <a:pt x="2086" y="701"/>
                        <a:pt x="2096" y="685"/>
                      </a:cubicBezTo>
                      <a:cubicBezTo>
                        <a:pt x="2116" y="651"/>
                        <a:pt x="2121" y="611"/>
                        <a:pt x="2108" y="574"/>
                      </a:cubicBezTo>
                      <a:lnTo>
                        <a:pt x="1970" y="154"/>
                      </a:lnTo>
                      <a:cubicBezTo>
                        <a:pt x="1940" y="61"/>
                        <a:pt x="1854" y="0"/>
                        <a:pt x="1757" y="0"/>
                      </a:cubicBezTo>
                      <a:cubicBezTo>
                        <a:pt x="1754" y="0"/>
                        <a:pt x="1752" y="0"/>
                        <a:pt x="1750" y="0"/>
                      </a:cubicBezTo>
                      <a:cubicBezTo>
                        <a:pt x="1724" y="0"/>
                        <a:pt x="1698" y="5"/>
                        <a:pt x="1672" y="16"/>
                      </a:cubicBezTo>
                      <a:cubicBezTo>
                        <a:pt x="1476" y="93"/>
                        <a:pt x="1269" y="133"/>
                        <a:pt x="1057" y="133"/>
                      </a:cubicBezTo>
                      <a:cubicBezTo>
                        <a:pt x="846" y="133"/>
                        <a:pt x="639" y="93"/>
                        <a:pt x="442" y="16"/>
                      </a:cubicBezTo>
                      <a:cubicBezTo>
                        <a:pt x="417" y="5"/>
                        <a:pt x="390" y="0"/>
                        <a:pt x="364" y="0"/>
                      </a:cubicBezTo>
                      <a:cubicBezTo>
                        <a:pt x="362" y="0"/>
                        <a:pt x="360" y="0"/>
                        <a:pt x="357" y="0"/>
                      </a:cubicBezTo>
                      <a:moveTo>
                        <a:pt x="357" y="17"/>
                      </a:moveTo>
                      <a:cubicBezTo>
                        <a:pt x="360" y="17"/>
                        <a:pt x="362" y="17"/>
                        <a:pt x="364" y="17"/>
                      </a:cubicBezTo>
                      <a:cubicBezTo>
                        <a:pt x="388" y="18"/>
                        <a:pt x="412" y="23"/>
                        <a:pt x="436" y="32"/>
                      </a:cubicBezTo>
                      <a:cubicBezTo>
                        <a:pt x="628" y="108"/>
                        <a:pt x="838" y="150"/>
                        <a:pt x="1057" y="150"/>
                      </a:cubicBezTo>
                      <a:cubicBezTo>
                        <a:pt x="1277" y="150"/>
                        <a:pt x="1486" y="108"/>
                        <a:pt x="1679" y="32"/>
                      </a:cubicBezTo>
                      <a:cubicBezTo>
                        <a:pt x="1702" y="23"/>
                        <a:pt x="1727" y="18"/>
                        <a:pt x="1751" y="17"/>
                      </a:cubicBezTo>
                      <a:cubicBezTo>
                        <a:pt x="1753" y="17"/>
                        <a:pt x="1755" y="17"/>
                        <a:pt x="1757" y="17"/>
                      </a:cubicBezTo>
                      <a:cubicBezTo>
                        <a:pt x="1843" y="17"/>
                        <a:pt x="1924" y="71"/>
                        <a:pt x="1953" y="159"/>
                      </a:cubicBezTo>
                      <a:lnTo>
                        <a:pt x="2092" y="579"/>
                      </a:lnTo>
                      <a:cubicBezTo>
                        <a:pt x="2103" y="612"/>
                        <a:pt x="2098" y="647"/>
                        <a:pt x="2080" y="676"/>
                      </a:cubicBezTo>
                      <a:cubicBezTo>
                        <a:pt x="2073" y="689"/>
                        <a:pt x="2062" y="701"/>
                        <a:pt x="2049" y="710"/>
                      </a:cubicBezTo>
                      <a:cubicBezTo>
                        <a:pt x="1771" y="913"/>
                        <a:pt x="1428" y="1033"/>
                        <a:pt x="1057" y="1033"/>
                      </a:cubicBezTo>
                      <a:cubicBezTo>
                        <a:pt x="687" y="1033"/>
                        <a:pt x="344" y="913"/>
                        <a:pt x="65" y="710"/>
                      </a:cubicBezTo>
                      <a:cubicBezTo>
                        <a:pt x="52" y="701"/>
                        <a:pt x="42" y="689"/>
                        <a:pt x="34" y="676"/>
                      </a:cubicBezTo>
                      <a:cubicBezTo>
                        <a:pt x="17" y="647"/>
                        <a:pt x="12" y="612"/>
                        <a:pt x="23" y="579"/>
                      </a:cubicBezTo>
                      <a:lnTo>
                        <a:pt x="161" y="159"/>
                      </a:lnTo>
                      <a:cubicBezTo>
                        <a:pt x="190" y="71"/>
                        <a:pt x="271" y="17"/>
                        <a:pt x="357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2" name="Google Shape;722;p28"/>
                <p:cNvSpPr/>
                <p:nvPr/>
              </p:nvSpPr>
              <p:spPr>
                <a:xfrm>
                  <a:off x="6678000" y="3374640"/>
                  <a:ext cx="133200" cy="504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402" extrusionOk="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1297"/>
                      </a:lnTo>
                      <a:lnTo>
                        <a:pt x="0" y="1402"/>
                      </a:lnTo>
                      <a:lnTo>
                        <a:pt x="34" y="1302"/>
                      </a:lnTo>
                      <a:lnTo>
                        <a:pt x="369" y="328"/>
                      </a:lnTo>
                      <a:lnTo>
                        <a:pt x="370" y="325"/>
                      </a:lnTo>
                      <a:lnTo>
                        <a:pt x="370" y="322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322"/>
                      </a:lnTo>
                      <a:lnTo>
                        <a:pt x="17" y="1297"/>
                      </a:lnTo>
                      <a:lnTo>
                        <a:pt x="17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3" name="Google Shape;723;p28"/>
                <p:cNvSpPr/>
                <p:nvPr/>
              </p:nvSpPr>
              <p:spPr>
                <a:xfrm>
                  <a:off x="6678000" y="2913840"/>
                  <a:ext cx="133200" cy="41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149" extrusionOk="0">
                      <a:moveTo>
                        <a:pt x="53" y="0"/>
                      </a:moveTo>
                      <a:cubicBezTo>
                        <a:pt x="27" y="0"/>
                        <a:pt x="0" y="20"/>
                        <a:pt x="0" y="53"/>
                      </a:cubicBez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7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673"/>
                      </a:lnTo>
                      <a:lnTo>
                        <a:pt x="370" y="669"/>
                      </a:lnTo>
                      <a:lnTo>
                        <a:pt x="368" y="666"/>
                      </a:lnTo>
                      <a:lnTo>
                        <a:pt x="101" y="32"/>
                      </a:lnTo>
                      <a:cubicBezTo>
                        <a:pt x="92" y="12"/>
                        <a:pt x="74" y="0"/>
                        <a:pt x="53" y="0"/>
                      </a:cubicBezTo>
                      <a:moveTo>
                        <a:pt x="53" y="18"/>
                      </a:moveTo>
                      <a:cubicBezTo>
                        <a:pt x="65" y="18"/>
                        <a:pt x="78" y="24"/>
                        <a:pt x="84" y="39"/>
                      </a:cubicBezTo>
                      <a:lnTo>
                        <a:pt x="352" y="673"/>
                      </a:lnTo>
                      <a:lnTo>
                        <a:pt x="352" y="1132"/>
                      </a:lnTo>
                      <a:lnTo>
                        <a:pt x="17" y="1132"/>
                      </a:lnTo>
                      <a:lnTo>
                        <a:pt x="17" y="53"/>
                      </a:lnTo>
                      <a:cubicBezTo>
                        <a:pt x="17" y="31"/>
                        <a:pt x="35" y="18"/>
                        <a:pt x="53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4" name="Google Shape;724;p28"/>
                <p:cNvSpPr/>
                <p:nvPr/>
              </p:nvSpPr>
              <p:spPr>
                <a:xfrm>
                  <a:off x="6781680" y="2751480"/>
                  <a:ext cx="698400" cy="243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" h="676" extrusionOk="0">
                      <a:moveTo>
                        <a:pt x="970" y="0"/>
                      </a:moveTo>
                      <a:cubicBezTo>
                        <a:pt x="639" y="0"/>
                        <a:pt x="322" y="72"/>
                        <a:pt x="55" y="209"/>
                      </a:cubicBezTo>
                      <a:cubicBezTo>
                        <a:pt x="8" y="233"/>
                        <a:pt x="-11" y="277"/>
                        <a:pt x="7" y="317"/>
                      </a:cubicBezTo>
                      <a:lnTo>
                        <a:pt x="155" y="604"/>
                      </a:lnTo>
                      <a:cubicBezTo>
                        <a:pt x="174" y="643"/>
                        <a:pt x="220" y="671"/>
                        <a:pt x="274" y="675"/>
                      </a:cubicBezTo>
                      <a:cubicBezTo>
                        <a:pt x="280" y="676"/>
                        <a:pt x="285" y="676"/>
                        <a:pt x="290" y="676"/>
                      </a:cubicBezTo>
                      <a:cubicBezTo>
                        <a:pt x="310" y="676"/>
                        <a:pt x="330" y="673"/>
                        <a:pt x="348" y="667"/>
                      </a:cubicBezTo>
                      <a:cubicBezTo>
                        <a:pt x="545" y="606"/>
                        <a:pt x="754" y="574"/>
                        <a:pt x="971" y="574"/>
                      </a:cubicBezTo>
                      <a:cubicBezTo>
                        <a:pt x="1187" y="574"/>
                        <a:pt x="1396" y="606"/>
                        <a:pt x="1593" y="667"/>
                      </a:cubicBezTo>
                      <a:cubicBezTo>
                        <a:pt x="1611" y="673"/>
                        <a:pt x="1630" y="676"/>
                        <a:pt x="1649" y="676"/>
                      </a:cubicBezTo>
                      <a:cubicBezTo>
                        <a:pt x="1655" y="676"/>
                        <a:pt x="1661" y="675"/>
                        <a:pt x="1667" y="675"/>
                      </a:cubicBezTo>
                      <a:cubicBezTo>
                        <a:pt x="1722" y="670"/>
                        <a:pt x="1767" y="643"/>
                        <a:pt x="1786" y="603"/>
                      </a:cubicBezTo>
                      <a:lnTo>
                        <a:pt x="1933" y="317"/>
                      </a:lnTo>
                      <a:cubicBezTo>
                        <a:pt x="1952" y="277"/>
                        <a:pt x="1932" y="232"/>
                        <a:pt x="1886" y="209"/>
                      </a:cubicBezTo>
                      <a:cubicBezTo>
                        <a:pt x="1618" y="72"/>
                        <a:pt x="1301" y="0"/>
                        <a:pt x="970" y="0"/>
                      </a:cubicBezTo>
                      <a:moveTo>
                        <a:pt x="970" y="17"/>
                      </a:moveTo>
                      <a:cubicBezTo>
                        <a:pt x="1310" y="17"/>
                        <a:pt x="1623" y="94"/>
                        <a:pt x="1878" y="224"/>
                      </a:cubicBezTo>
                      <a:cubicBezTo>
                        <a:pt x="1916" y="244"/>
                        <a:pt x="1932" y="278"/>
                        <a:pt x="1917" y="309"/>
                      </a:cubicBezTo>
                      <a:lnTo>
                        <a:pt x="1770" y="596"/>
                      </a:lnTo>
                      <a:cubicBezTo>
                        <a:pt x="1753" y="631"/>
                        <a:pt x="1712" y="653"/>
                        <a:pt x="1665" y="657"/>
                      </a:cubicBezTo>
                      <a:cubicBezTo>
                        <a:pt x="1660" y="658"/>
                        <a:pt x="1655" y="658"/>
                        <a:pt x="1649" y="658"/>
                      </a:cubicBezTo>
                      <a:cubicBezTo>
                        <a:pt x="1632" y="658"/>
                        <a:pt x="1615" y="656"/>
                        <a:pt x="1598" y="650"/>
                      </a:cubicBezTo>
                      <a:cubicBezTo>
                        <a:pt x="1406" y="590"/>
                        <a:pt x="1194" y="557"/>
                        <a:pt x="971" y="557"/>
                      </a:cubicBezTo>
                      <a:cubicBezTo>
                        <a:pt x="747" y="557"/>
                        <a:pt x="535" y="590"/>
                        <a:pt x="343" y="650"/>
                      </a:cubicBezTo>
                      <a:cubicBezTo>
                        <a:pt x="326" y="656"/>
                        <a:pt x="308" y="658"/>
                        <a:pt x="290" y="658"/>
                      </a:cubicBezTo>
                      <a:cubicBezTo>
                        <a:pt x="286" y="658"/>
                        <a:pt x="281" y="658"/>
                        <a:pt x="276" y="658"/>
                      </a:cubicBezTo>
                      <a:cubicBezTo>
                        <a:pt x="229" y="654"/>
                        <a:pt x="187" y="631"/>
                        <a:pt x="171" y="596"/>
                      </a:cubicBezTo>
                      <a:lnTo>
                        <a:pt x="23" y="309"/>
                      </a:lnTo>
                      <a:cubicBezTo>
                        <a:pt x="9" y="278"/>
                        <a:pt x="25" y="244"/>
                        <a:pt x="63" y="224"/>
                      </a:cubicBezTo>
                      <a:cubicBezTo>
                        <a:pt x="318" y="94"/>
                        <a:pt x="631" y="17"/>
                        <a:pt x="97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5" name="Google Shape;725;p28"/>
                <p:cNvSpPr/>
                <p:nvPr/>
              </p:nvSpPr>
              <p:spPr>
                <a:xfrm>
                  <a:off x="6715080" y="2647800"/>
                  <a:ext cx="14616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" h="392" extrusionOk="0">
                      <a:moveTo>
                        <a:pt x="309" y="0"/>
                      </a:moveTo>
                      <a:lnTo>
                        <a:pt x="309" y="0"/>
                      </a:lnTo>
                      <a:cubicBezTo>
                        <a:pt x="298" y="0"/>
                        <a:pt x="288" y="2"/>
                        <a:pt x="279" y="6"/>
                      </a:cubicBezTo>
                      <a:cubicBezTo>
                        <a:pt x="181" y="50"/>
                        <a:pt x="92" y="116"/>
                        <a:pt x="23" y="199"/>
                      </a:cubicBezTo>
                      <a:cubicBezTo>
                        <a:pt x="-11" y="239"/>
                        <a:pt x="-7" y="300"/>
                        <a:pt x="31" y="338"/>
                      </a:cubicBezTo>
                      <a:lnTo>
                        <a:pt x="65" y="372"/>
                      </a:lnTo>
                      <a:cubicBezTo>
                        <a:pt x="77" y="385"/>
                        <a:pt x="93" y="392"/>
                        <a:pt x="111" y="392"/>
                      </a:cubicBezTo>
                      <a:cubicBezTo>
                        <a:pt x="131" y="392"/>
                        <a:pt x="149" y="383"/>
                        <a:pt x="161" y="368"/>
                      </a:cubicBezTo>
                      <a:cubicBezTo>
                        <a:pt x="214" y="305"/>
                        <a:pt x="277" y="252"/>
                        <a:pt x="349" y="213"/>
                      </a:cubicBezTo>
                      <a:cubicBezTo>
                        <a:pt x="380" y="196"/>
                        <a:pt x="400" y="165"/>
                        <a:pt x="405" y="130"/>
                      </a:cubicBezTo>
                      <a:cubicBezTo>
                        <a:pt x="410" y="94"/>
                        <a:pt x="398" y="56"/>
                        <a:pt x="372" y="30"/>
                      </a:cubicBezTo>
                      <a:lnTo>
                        <a:pt x="365" y="23"/>
                      </a:lnTo>
                      <a:cubicBezTo>
                        <a:pt x="350" y="9"/>
                        <a:pt x="330" y="0"/>
                        <a:pt x="309" y="0"/>
                      </a:cubicBezTo>
                      <a:moveTo>
                        <a:pt x="309" y="18"/>
                      </a:moveTo>
                      <a:cubicBezTo>
                        <a:pt x="325" y="18"/>
                        <a:pt x="341" y="24"/>
                        <a:pt x="352" y="36"/>
                      </a:cubicBezTo>
                      <a:lnTo>
                        <a:pt x="360" y="43"/>
                      </a:lnTo>
                      <a:cubicBezTo>
                        <a:pt x="405" y="88"/>
                        <a:pt x="397" y="166"/>
                        <a:pt x="340" y="197"/>
                      </a:cubicBezTo>
                      <a:cubicBezTo>
                        <a:pt x="267" y="238"/>
                        <a:pt x="201" y="292"/>
                        <a:pt x="148" y="357"/>
                      </a:cubicBezTo>
                      <a:cubicBezTo>
                        <a:pt x="138" y="368"/>
                        <a:pt x="125" y="374"/>
                        <a:pt x="111" y="374"/>
                      </a:cubicBezTo>
                      <a:cubicBezTo>
                        <a:pt x="99" y="374"/>
                        <a:pt x="86" y="369"/>
                        <a:pt x="77" y="360"/>
                      </a:cubicBezTo>
                      <a:lnTo>
                        <a:pt x="43" y="326"/>
                      </a:lnTo>
                      <a:cubicBezTo>
                        <a:pt x="12" y="295"/>
                        <a:pt x="8" y="244"/>
                        <a:pt x="37" y="210"/>
                      </a:cubicBezTo>
                      <a:cubicBezTo>
                        <a:pt x="104" y="130"/>
                        <a:pt x="189" y="65"/>
                        <a:pt x="286" y="23"/>
                      </a:cubicBezTo>
                      <a:cubicBezTo>
                        <a:pt x="293" y="19"/>
                        <a:pt x="301" y="18"/>
                        <a:pt x="309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6" name="Google Shape;726;p28"/>
                <p:cNvSpPr/>
                <p:nvPr/>
              </p:nvSpPr>
              <p:spPr>
                <a:xfrm>
                  <a:off x="7400520" y="2647800"/>
                  <a:ext cx="14652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" h="392" extrusionOk="0">
                      <a:moveTo>
                        <a:pt x="98" y="0"/>
                      </a:moveTo>
                      <a:lnTo>
                        <a:pt x="98" y="0"/>
                      </a:lnTo>
                      <a:cubicBezTo>
                        <a:pt x="77" y="0"/>
                        <a:pt x="57" y="9"/>
                        <a:pt x="42" y="23"/>
                      </a:cubicBezTo>
                      <a:lnTo>
                        <a:pt x="34" y="30"/>
                      </a:lnTo>
                      <a:cubicBezTo>
                        <a:pt x="8" y="57"/>
                        <a:pt x="-4" y="94"/>
                        <a:pt x="1" y="130"/>
                      </a:cubicBezTo>
                      <a:cubicBezTo>
                        <a:pt x="6" y="166"/>
                        <a:pt x="27" y="196"/>
                        <a:pt x="57" y="213"/>
                      </a:cubicBezTo>
                      <a:cubicBezTo>
                        <a:pt x="130" y="252"/>
                        <a:pt x="193" y="305"/>
                        <a:pt x="245" y="368"/>
                      </a:cubicBezTo>
                      <a:cubicBezTo>
                        <a:pt x="257" y="383"/>
                        <a:pt x="276" y="392"/>
                        <a:pt x="295" y="392"/>
                      </a:cubicBezTo>
                      <a:cubicBezTo>
                        <a:pt x="313" y="392"/>
                        <a:pt x="330" y="385"/>
                        <a:pt x="342" y="372"/>
                      </a:cubicBezTo>
                      <a:lnTo>
                        <a:pt x="376" y="338"/>
                      </a:lnTo>
                      <a:cubicBezTo>
                        <a:pt x="414" y="300"/>
                        <a:pt x="417" y="239"/>
                        <a:pt x="383" y="199"/>
                      </a:cubicBezTo>
                      <a:cubicBezTo>
                        <a:pt x="314" y="116"/>
                        <a:pt x="226" y="50"/>
                        <a:pt x="128" y="6"/>
                      </a:cubicBezTo>
                      <a:cubicBezTo>
                        <a:pt x="118" y="2"/>
                        <a:pt x="108" y="0"/>
                        <a:pt x="98" y="0"/>
                      </a:cubicBezTo>
                      <a:moveTo>
                        <a:pt x="98" y="18"/>
                      </a:moveTo>
                      <a:cubicBezTo>
                        <a:pt x="106" y="18"/>
                        <a:pt x="113" y="19"/>
                        <a:pt x="121" y="23"/>
                      </a:cubicBezTo>
                      <a:cubicBezTo>
                        <a:pt x="218" y="65"/>
                        <a:pt x="303" y="130"/>
                        <a:pt x="370" y="210"/>
                      </a:cubicBezTo>
                      <a:cubicBezTo>
                        <a:pt x="398" y="244"/>
                        <a:pt x="395" y="295"/>
                        <a:pt x="363" y="326"/>
                      </a:cubicBezTo>
                      <a:lnTo>
                        <a:pt x="330" y="360"/>
                      </a:lnTo>
                      <a:cubicBezTo>
                        <a:pt x="320" y="369"/>
                        <a:pt x="308" y="374"/>
                        <a:pt x="295" y="374"/>
                      </a:cubicBezTo>
                      <a:cubicBezTo>
                        <a:pt x="282" y="374"/>
                        <a:pt x="268" y="368"/>
                        <a:pt x="259" y="357"/>
                      </a:cubicBezTo>
                      <a:cubicBezTo>
                        <a:pt x="205" y="292"/>
                        <a:pt x="140" y="238"/>
                        <a:pt x="66" y="197"/>
                      </a:cubicBezTo>
                      <a:cubicBezTo>
                        <a:pt x="10" y="166"/>
                        <a:pt x="2" y="88"/>
                        <a:pt x="47" y="43"/>
                      </a:cubicBezTo>
                      <a:lnTo>
                        <a:pt x="54" y="36"/>
                      </a:lnTo>
                      <a:cubicBezTo>
                        <a:pt x="66" y="24"/>
                        <a:pt x="82" y="18"/>
                        <a:pt x="98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7" name="Google Shape;727;p28"/>
                <p:cNvSpPr/>
                <p:nvPr/>
              </p:nvSpPr>
              <p:spPr>
                <a:xfrm>
                  <a:off x="6869520" y="2975760"/>
                  <a:ext cx="255960" cy="76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" h="2128" extrusionOk="0">
                      <a:moveTo>
                        <a:pt x="708" y="0"/>
                      </a:moveTo>
                      <a:lnTo>
                        <a:pt x="690" y="0"/>
                      </a:lnTo>
                      <a:cubicBezTo>
                        <a:pt x="477" y="0"/>
                        <a:pt x="270" y="37"/>
                        <a:pt x="77" y="111"/>
                      </a:cubicBezTo>
                      <a:cubicBezTo>
                        <a:pt x="62" y="116"/>
                        <a:pt x="47" y="119"/>
                        <a:pt x="32" y="119"/>
                      </a:cubicBezTo>
                      <a:cubicBezTo>
                        <a:pt x="28" y="119"/>
                        <a:pt x="23" y="119"/>
                        <a:pt x="19" y="118"/>
                      </a:cubicBezTo>
                      <a:lnTo>
                        <a:pt x="0" y="116"/>
                      </a:lnTo>
                      <a:lnTo>
                        <a:pt x="0" y="136"/>
                      </a:lnTo>
                      <a:lnTo>
                        <a:pt x="3" y="1966"/>
                      </a:lnTo>
                      <a:lnTo>
                        <a:pt x="3" y="1984"/>
                      </a:lnTo>
                      <a:lnTo>
                        <a:pt x="20" y="1984"/>
                      </a:lnTo>
                      <a:cubicBezTo>
                        <a:pt x="41" y="1984"/>
                        <a:pt x="62" y="1989"/>
                        <a:pt x="83" y="1998"/>
                      </a:cubicBezTo>
                      <a:cubicBezTo>
                        <a:pt x="278" y="2084"/>
                        <a:pt x="483" y="2128"/>
                        <a:pt x="693" y="2128"/>
                      </a:cubicBezTo>
                      <a:lnTo>
                        <a:pt x="711" y="2128"/>
                      </a:lnTo>
                      <a:lnTo>
                        <a:pt x="711" y="2110"/>
                      </a:lnTo>
                      <a:lnTo>
                        <a:pt x="708" y="17"/>
                      </a:lnTo>
                      <a:lnTo>
                        <a:pt x="708" y="0"/>
                      </a:lnTo>
                      <a:moveTo>
                        <a:pt x="690" y="17"/>
                      </a:moveTo>
                      <a:lnTo>
                        <a:pt x="693" y="2110"/>
                      </a:lnTo>
                      <a:cubicBezTo>
                        <a:pt x="480" y="2110"/>
                        <a:pt x="277" y="2065"/>
                        <a:pt x="90" y="1982"/>
                      </a:cubicBezTo>
                      <a:cubicBezTo>
                        <a:pt x="67" y="1972"/>
                        <a:pt x="44" y="1967"/>
                        <a:pt x="21" y="1967"/>
                      </a:cubicBezTo>
                      <a:lnTo>
                        <a:pt x="21" y="1966"/>
                      </a:lnTo>
                      <a:lnTo>
                        <a:pt x="18" y="136"/>
                      </a:lnTo>
                      <a:cubicBezTo>
                        <a:pt x="22" y="136"/>
                        <a:pt x="27" y="137"/>
                        <a:pt x="32" y="137"/>
                      </a:cubicBezTo>
                      <a:cubicBezTo>
                        <a:pt x="49" y="137"/>
                        <a:pt x="66" y="134"/>
                        <a:pt x="83" y="127"/>
                      </a:cubicBezTo>
                      <a:cubicBezTo>
                        <a:pt x="268" y="57"/>
                        <a:pt x="474" y="17"/>
                        <a:pt x="69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8" name="Google Shape;728;p28"/>
                <p:cNvSpPr/>
                <p:nvPr/>
              </p:nvSpPr>
              <p:spPr>
                <a:xfrm>
                  <a:off x="7136280" y="2975760"/>
                  <a:ext cx="257400" cy="76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5" h="2128" extrusionOk="0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3" y="2110"/>
                      </a:lnTo>
                      <a:lnTo>
                        <a:pt x="3" y="2128"/>
                      </a:lnTo>
                      <a:lnTo>
                        <a:pt x="21" y="2128"/>
                      </a:lnTo>
                      <a:cubicBezTo>
                        <a:pt x="232" y="2128"/>
                        <a:pt x="438" y="2084"/>
                        <a:pt x="634" y="1998"/>
                      </a:cubicBezTo>
                      <a:cubicBezTo>
                        <a:pt x="655" y="1989"/>
                        <a:pt x="676" y="1984"/>
                        <a:pt x="698" y="1984"/>
                      </a:cubicBezTo>
                      <a:lnTo>
                        <a:pt x="715" y="1984"/>
                      </a:lnTo>
                      <a:lnTo>
                        <a:pt x="715" y="1967"/>
                      </a:lnTo>
                      <a:lnTo>
                        <a:pt x="712" y="136"/>
                      </a:lnTo>
                      <a:lnTo>
                        <a:pt x="712" y="116"/>
                      </a:lnTo>
                      <a:lnTo>
                        <a:pt x="692" y="118"/>
                      </a:lnTo>
                      <a:cubicBezTo>
                        <a:pt x="688" y="119"/>
                        <a:pt x="683" y="119"/>
                        <a:pt x="678" y="119"/>
                      </a:cubicBezTo>
                      <a:cubicBezTo>
                        <a:pt x="664" y="119"/>
                        <a:pt x="649" y="116"/>
                        <a:pt x="635" y="111"/>
                      </a:cubicBezTo>
                      <a:cubicBezTo>
                        <a:pt x="439" y="37"/>
                        <a:pt x="232" y="0"/>
                        <a:pt x="18" y="0"/>
                      </a:cubicBezTo>
                      <a:moveTo>
                        <a:pt x="18" y="17"/>
                      </a:moveTo>
                      <a:cubicBezTo>
                        <a:pt x="235" y="17"/>
                        <a:pt x="442" y="57"/>
                        <a:pt x="629" y="127"/>
                      </a:cubicBezTo>
                      <a:cubicBezTo>
                        <a:pt x="645" y="134"/>
                        <a:pt x="662" y="137"/>
                        <a:pt x="678" y="137"/>
                      </a:cubicBezTo>
                      <a:cubicBezTo>
                        <a:pt x="684" y="137"/>
                        <a:pt x="689" y="136"/>
                        <a:pt x="694" y="136"/>
                      </a:cubicBezTo>
                      <a:lnTo>
                        <a:pt x="697" y="1966"/>
                      </a:lnTo>
                      <a:lnTo>
                        <a:pt x="697" y="1967"/>
                      </a:lnTo>
                      <a:cubicBezTo>
                        <a:pt x="674" y="1967"/>
                        <a:pt x="650" y="1972"/>
                        <a:pt x="627" y="1982"/>
                      </a:cubicBezTo>
                      <a:cubicBezTo>
                        <a:pt x="439" y="2065"/>
                        <a:pt x="235" y="2110"/>
                        <a:pt x="21" y="2110"/>
                      </a:cubicBezTo>
                      <a:lnTo>
                        <a:pt x="18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9" name="Google Shape;729;p28"/>
                <p:cNvSpPr/>
                <p:nvPr/>
              </p:nvSpPr>
              <p:spPr>
                <a:xfrm>
                  <a:off x="6571800" y="2576520"/>
                  <a:ext cx="1118520" cy="200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7" h="5570" extrusionOk="0">
                      <a:moveTo>
                        <a:pt x="2201" y="0"/>
                      </a:moveTo>
                      <a:lnTo>
                        <a:pt x="905" y="0"/>
                      </a:lnTo>
                      <a:cubicBezTo>
                        <a:pt x="483" y="0"/>
                        <a:pt x="139" y="344"/>
                        <a:pt x="139" y="767"/>
                      </a:cubicBezTo>
                      <a:lnTo>
                        <a:pt x="139" y="829"/>
                      </a:lnTo>
                      <a:cubicBezTo>
                        <a:pt x="60" y="840"/>
                        <a:pt x="0" y="906"/>
                        <a:pt x="0" y="988"/>
                      </a:cubicBezTo>
                      <a:lnTo>
                        <a:pt x="0" y="1461"/>
                      </a:lnTo>
                      <a:cubicBezTo>
                        <a:pt x="0" y="1542"/>
                        <a:pt x="60" y="1609"/>
                        <a:pt x="139" y="1620"/>
                      </a:cubicBezTo>
                      <a:lnTo>
                        <a:pt x="139" y="3906"/>
                      </a:lnTo>
                      <a:lnTo>
                        <a:pt x="139" y="4018"/>
                      </a:lnTo>
                      <a:cubicBezTo>
                        <a:pt x="60" y="4028"/>
                        <a:pt x="0" y="4095"/>
                        <a:pt x="0" y="4176"/>
                      </a:cubicBezTo>
                      <a:lnTo>
                        <a:pt x="0" y="4195"/>
                      </a:lnTo>
                      <a:lnTo>
                        <a:pt x="0" y="4649"/>
                      </a:lnTo>
                      <a:cubicBezTo>
                        <a:pt x="0" y="4731"/>
                        <a:pt x="60" y="4798"/>
                        <a:pt x="139" y="4808"/>
                      </a:cubicBezTo>
                      <a:cubicBezTo>
                        <a:pt x="141" y="5073"/>
                        <a:pt x="229" y="5323"/>
                        <a:pt x="394" y="5531"/>
                      </a:cubicBezTo>
                      <a:lnTo>
                        <a:pt x="425" y="5570"/>
                      </a:lnTo>
                      <a:lnTo>
                        <a:pt x="425" y="5520"/>
                      </a:lnTo>
                      <a:lnTo>
                        <a:pt x="425" y="3807"/>
                      </a:lnTo>
                      <a:lnTo>
                        <a:pt x="425" y="3802"/>
                      </a:lnTo>
                      <a:lnTo>
                        <a:pt x="423" y="3798"/>
                      </a:lnTo>
                      <a:cubicBezTo>
                        <a:pt x="406" y="3769"/>
                        <a:pt x="402" y="3735"/>
                        <a:pt x="412" y="3704"/>
                      </a:cubicBezTo>
                      <a:lnTo>
                        <a:pt x="567" y="3234"/>
                      </a:lnTo>
                      <a:cubicBezTo>
                        <a:pt x="596" y="3146"/>
                        <a:pt x="677" y="3087"/>
                        <a:pt x="770" y="3087"/>
                      </a:cubicBezTo>
                      <a:cubicBezTo>
                        <a:pt x="772" y="3087"/>
                        <a:pt x="774" y="3087"/>
                        <a:pt x="777" y="3087"/>
                      </a:cubicBezTo>
                      <a:lnTo>
                        <a:pt x="795" y="3088"/>
                      </a:lnTo>
                      <a:lnTo>
                        <a:pt x="795" y="3069"/>
                      </a:lnTo>
                      <a:lnTo>
                        <a:pt x="795" y="1238"/>
                      </a:lnTo>
                      <a:lnTo>
                        <a:pt x="795" y="1222"/>
                      </a:lnTo>
                      <a:lnTo>
                        <a:pt x="779" y="1220"/>
                      </a:lnTo>
                      <a:cubicBezTo>
                        <a:pt x="731" y="1216"/>
                        <a:pt x="692" y="1191"/>
                        <a:pt x="676" y="1155"/>
                      </a:cubicBezTo>
                      <a:lnTo>
                        <a:pt x="512" y="772"/>
                      </a:lnTo>
                      <a:cubicBezTo>
                        <a:pt x="499" y="743"/>
                        <a:pt x="514" y="711"/>
                        <a:pt x="548" y="692"/>
                      </a:cubicBezTo>
                      <a:cubicBezTo>
                        <a:pt x="842" y="529"/>
                        <a:pt x="1189" y="442"/>
                        <a:pt x="1553" y="442"/>
                      </a:cubicBezTo>
                      <a:cubicBezTo>
                        <a:pt x="1917" y="442"/>
                        <a:pt x="2265" y="529"/>
                        <a:pt x="2558" y="692"/>
                      </a:cubicBezTo>
                      <a:cubicBezTo>
                        <a:pt x="2593" y="711"/>
                        <a:pt x="2607" y="743"/>
                        <a:pt x="2594" y="772"/>
                      </a:cubicBezTo>
                      <a:lnTo>
                        <a:pt x="2430" y="1155"/>
                      </a:lnTo>
                      <a:cubicBezTo>
                        <a:pt x="2415" y="1191"/>
                        <a:pt x="2375" y="1215"/>
                        <a:pt x="2328" y="1220"/>
                      </a:cubicBezTo>
                      <a:lnTo>
                        <a:pt x="2312" y="1221"/>
                      </a:lnTo>
                      <a:lnTo>
                        <a:pt x="2312" y="1237"/>
                      </a:lnTo>
                      <a:lnTo>
                        <a:pt x="2312" y="3069"/>
                      </a:lnTo>
                      <a:lnTo>
                        <a:pt x="2312" y="3087"/>
                      </a:lnTo>
                      <a:lnTo>
                        <a:pt x="2330" y="3087"/>
                      </a:lnTo>
                      <a:cubicBezTo>
                        <a:pt x="2332" y="3087"/>
                        <a:pt x="2334" y="3087"/>
                        <a:pt x="2336" y="3087"/>
                      </a:cubicBezTo>
                      <a:cubicBezTo>
                        <a:pt x="2429" y="3087"/>
                        <a:pt x="2511" y="3146"/>
                        <a:pt x="2540" y="3234"/>
                      </a:cubicBezTo>
                      <a:lnTo>
                        <a:pt x="2694" y="3704"/>
                      </a:lnTo>
                      <a:cubicBezTo>
                        <a:pt x="2705" y="3735"/>
                        <a:pt x="2701" y="3769"/>
                        <a:pt x="2684" y="3798"/>
                      </a:cubicBezTo>
                      <a:lnTo>
                        <a:pt x="2681" y="3802"/>
                      </a:lnTo>
                      <a:lnTo>
                        <a:pt x="2681" y="3807"/>
                      </a:lnTo>
                      <a:lnTo>
                        <a:pt x="2681" y="5520"/>
                      </a:lnTo>
                      <a:lnTo>
                        <a:pt x="2681" y="5527"/>
                      </a:lnTo>
                      <a:lnTo>
                        <a:pt x="2686" y="5532"/>
                      </a:lnTo>
                      <a:lnTo>
                        <a:pt x="2700" y="5546"/>
                      </a:lnTo>
                      <a:lnTo>
                        <a:pt x="2713" y="5531"/>
                      </a:lnTo>
                      <a:cubicBezTo>
                        <a:pt x="2876" y="5327"/>
                        <a:pt x="2966" y="5070"/>
                        <a:pt x="2968" y="4808"/>
                      </a:cubicBezTo>
                      <a:cubicBezTo>
                        <a:pt x="3046" y="4798"/>
                        <a:pt x="3107" y="4730"/>
                        <a:pt x="3107" y="4649"/>
                      </a:cubicBezTo>
                      <a:lnTo>
                        <a:pt x="3107" y="4195"/>
                      </a:lnTo>
                      <a:lnTo>
                        <a:pt x="3107" y="4176"/>
                      </a:lnTo>
                      <a:cubicBezTo>
                        <a:pt x="3107" y="4096"/>
                        <a:pt x="3046" y="4028"/>
                        <a:pt x="2968" y="4018"/>
                      </a:cubicBezTo>
                      <a:lnTo>
                        <a:pt x="2968" y="3906"/>
                      </a:lnTo>
                      <a:lnTo>
                        <a:pt x="2968" y="1620"/>
                      </a:lnTo>
                      <a:cubicBezTo>
                        <a:pt x="3047" y="1609"/>
                        <a:pt x="3107" y="1542"/>
                        <a:pt x="3107" y="1461"/>
                      </a:cubicBezTo>
                      <a:lnTo>
                        <a:pt x="3107" y="988"/>
                      </a:lnTo>
                      <a:cubicBezTo>
                        <a:pt x="3107" y="906"/>
                        <a:pt x="3047" y="840"/>
                        <a:pt x="2968" y="829"/>
                      </a:cubicBezTo>
                      <a:lnTo>
                        <a:pt x="2968" y="767"/>
                      </a:lnTo>
                      <a:cubicBezTo>
                        <a:pt x="2968" y="344"/>
                        <a:pt x="2624" y="0"/>
                        <a:pt x="2201" y="0"/>
                      </a:cubicBezTo>
                      <a:moveTo>
                        <a:pt x="2201" y="18"/>
                      </a:moveTo>
                      <a:cubicBezTo>
                        <a:pt x="2615" y="18"/>
                        <a:pt x="2950" y="353"/>
                        <a:pt x="2950" y="767"/>
                      </a:cubicBezTo>
                      <a:lnTo>
                        <a:pt x="2950" y="845"/>
                      </a:lnTo>
                      <a:cubicBezTo>
                        <a:pt x="3027" y="848"/>
                        <a:pt x="3089" y="910"/>
                        <a:pt x="3089" y="988"/>
                      </a:cubicBezTo>
                      <a:lnTo>
                        <a:pt x="3089" y="1461"/>
                      </a:lnTo>
                      <a:cubicBezTo>
                        <a:pt x="3089" y="1539"/>
                        <a:pt x="3027" y="1601"/>
                        <a:pt x="2950" y="1603"/>
                      </a:cubicBezTo>
                      <a:lnTo>
                        <a:pt x="2950" y="3906"/>
                      </a:lnTo>
                      <a:lnTo>
                        <a:pt x="2950" y="4034"/>
                      </a:lnTo>
                      <a:cubicBezTo>
                        <a:pt x="3027" y="4036"/>
                        <a:pt x="3089" y="4099"/>
                        <a:pt x="3089" y="4176"/>
                      </a:cubicBezTo>
                      <a:lnTo>
                        <a:pt x="3089" y="4195"/>
                      </a:lnTo>
                      <a:lnTo>
                        <a:pt x="3089" y="4649"/>
                      </a:lnTo>
                      <a:cubicBezTo>
                        <a:pt x="3089" y="4727"/>
                        <a:pt x="3027" y="4790"/>
                        <a:pt x="2950" y="4792"/>
                      </a:cubicBezTo>
                      <a:lnTo>
                        <a:pt x="2950" y="4802"/>
                      </a:lnTo>
                      <a:cubicBezTo>
                        <a:pt x="2950" y="5073"/>
                        <a:pt x="2856" y="5323"/>
                        <a:pt x="2699" y="5520"/>
                      </a:cubicBezTo>
                      <a:lnTo>
                        <a:pt x="2699" y="5520"/>
                      </a:lnTo>
                      <a:lnTo>
                        <a:pt x="2699" y="3807"/>
                      </a:lnTo>
                      <a:cubicBezTo>
                        <a:pt x="2718" y="3775"/>
                        <a:pt x="2723" y="3736"/>
                        <a:pt x="2711" y="3699"/>
                      </a:cubicBezTo>
                      <a:lnTo>
                        <a:pt x="2556" y="3228"/>
                      </a:lnTo>
                      <a:cubicBezTo>
                        <a:pt x="2524" y="3130"/>
                        <a:pt x="2433" y="3069"/>
                        <a:pt x="2336" y="3069"/>
                      </a:cubicBezTo>
                      <a:cubicBezTo>
                        <a:pt x="2334" y="3069"/>
                        <a:pt x="2332" y="3069"/>
                        <a:pt x="2329" y="3069"/>
                      </a:cubicBezTo>
                      <a:lnTo>
                        <a:pt x="2329" y="3069"/>
                      </a:lnTo>
                      <a:lnTo>
                        <a:pt x="2329" y="1237"/>
                      </a:lnTo>
                      <a:cubicBezTo>
                        <a:pt x="2382" y="1233"/>
                        <a:pt x="2428" y="1205"/>
                        <a:pt x="2446" y="1162"/>
                      </a:cubicBezTo>
                      <a:lnTo>
                        <a:pt x="2611" y="779"/>
                      </a:lnTo>
                      <a:cubicBezTo>
                        <a:pt x="2627" y="741"/>
                        <a:pt x="2609" y="700"/>
                        <a:pt x="2567" y="676"/>
                      </a:cubicBezTo>
                      <a:cubicBezTo>
                        <a:pt x="2282" y="518"/>
                        <a:pt x="1932" y="425"/>
                        <a:pt x="1553" y="425"/>
                      </a:cubicBezTo>
                      <a:cubicBezTo>
                        <a:pt x="1174" y="425"/>
                        <a:pt x="824" y="518"/>
                        <a:pt x="540" y="676"/>
                      </a:cubicBezTo>
                      <a:cubicBezTo>
                        <a:pt x="498" y="700"/>
                        <a:pt x="479" y="741"/>
                        <a:pt x="496" y="779"/>
                      </a:cubicBezTo>
                      <a:lnTo>
                        <a:pt x="660" y="1162"/>
                      </a:lnTo>
                      <a:cubicBezTo>
                        <a:pt x="679" y="1205"/>
                        <a:pt x="725" y="1233"/>
                        <a:pt x="777" y="1238"/>
                      </a:cubicBezTo>
                      <a:lnTo>
                        <a:pt x="777" y="3069"/>
                      </a:lnTo>
                      <a:lnTo>
                        <a:pt x="777" y="3069"/>
                      </a:lnTo>
                      <a:cubicBezTo>
                        <a:pt x="775" y="3069"/>
                        <a:pt x="772" y="3069"/>
                        <a:pt x="770" y="3069"/>
                      </a:cubicBezTo>
                      <a:cubicBezTo>
                        <a:pt x="673" y="3069"/>
                        <a:pt x="582" y="3130"/>
                        <a:pt x="550" y="3228"/>
                      </a:cubicBezTo>
                      <a:lnTo>
                        <a:pt x="395" y="3699"/>
                      </a:lnTo>
                      <a:cubicBezTo>
                        <a:pt x="383" y="3736"/>
                        <a:pt x="388" y="3775"/>
                        <a:pt x="408" y="3807"/>
                      </a:cubicBezTo>
                      <a:lnTo>
                        <a:pt x="408" y="5520"/>
                      </a:lnTo>
                      <a:cubicBezTo>
                        <a:pt x="251" y="5323"/>
                        <a:pt x="157" y="5073"/>
                        <a:pt x="157" y="4802"/>
                      </a:cubicBezTo>
                      <a:lnTo>
                        <a:pt x="157" y="4792"/>
                      </a:lnTo>
                      <a:cubicBezTo>
                        <a:pt x="80" y="4790"/>
                        <a:pt x="18" y="4727"/>
                        <a:pt x="18" y="4649"/>
                      </a:cubicBezTo>
                      <a:lnTo>
                        <a:pt x="18" y="4195"/>
                      </a:lnTo>
                      <a:lnTo>
                        <a:pt x="18" y="4176"/>
                      </a:lnTo>
                      <a:cubicBezTo>
                        <a:pt x="18" y="4099"/>
                        <a:pt x="80" y="4036"/>
                        <a:pt x="157" y="4034"/>
                      </a:cubicBezTo>
                      <a:lnTo>
                        <a:pt x="157" y="3906"/>
                      </a:lnTo>
                      <a:lnTo>
                        <a:pt x="157" y="1603"/>
                      </a:lnTo>
                      <a:cubicBezTo>
                        <a:pt x="80" y="1601"/>
                        <a:pt x="18" y="1539"/>
                        <a:pt x="18" y="1461"/>
                      </a:cubicBezTo>
                      <a:lnTo>
                        <a:pt x="18" y="988"/>
                      </a:lnTo>
                      <a:cubicBezTo>
                        <a:pt x="18" y="910"/>
                        <a:pt x="80" y="848"/>
                        <a:pt x="157" y="845"/>
                      </a:cubicBezTo>
                      <a:lnTo>
                        <a:pt x="157" y="767"/>
                      </a:lnTo>
                      <a:cubicBezTo>
                        <a:pt x="157" y="353"/>
                        <a:pt x="492" y="18"/>
                        <a:pt x="905" y="18"/>
                      </a:cubicBezTo>
                      <a:lnTo>
                        <a:pt x="2201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0" name="Google Shape;730;p28"/>
                <p:cNvSpPr/>
                <p:nvPr/>
              </p:nvSpPr>
              <p:spPr>
                <a:xfrm>
                  <a:off x="6739920" y="3962160"/>
                  <a:ext cx="385560" cy="77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2142" extrusionOk="0">
                      <a:moveTo>
                        <a:pt x="528" y="1905"/>
                      </a:moveTo>
                      <a:cubicBezTo>
                        <a:pt x="518" y="1905"/>
                        <a:pt x="509" y="1903"/>
                        <a:pt x="501" y="1900"/>
                      </a:cubicBezTo>
                      <a:cubicBezTo>
                        <a:pt x="378" y="1848"/>
                        <a:pt x="270" y="1770"/>
                        <a:pt x="177" y="1668"/>
                      </a:cubicBezTo>
                      <a:cubicBezTo>
                        <a:pt x="129" y="1615"/>
                        <a:pt x="101" y="1541"/>
                        <a:pt x="101" y="1465"/>
                      </a:cubicBezTo>
                      <a:lnTo>
                        <a:pt x="101" y="1405"/>
                      </a:lnTo>
                      <a:cubicBezTo>
                        <a:pt x="101" y="1366"/>
                        <a:pt x="130" y="1344"/>
                        <a:pt x="158" y="1344"/>
                      </a:cubicBezTo>
                      <a:cubicBezTo>
                        <a:pt x="168" y="1344"/>
                        <a:pt x="183" y="1347"/>
                        <a:pt x="197" y="1361"/>
                      </a:cubicBezTo>
                      <a:lnTo>
                        <a:pt x="580" y="1767"/>
                      </a:lnTo>
                      <a:cubicBezTo>
                        <a:pt x="594" y="1782"/>
                        <a:pt x="602" y="1803"/>
                        <a:pt x="602" y="1824"/>
                      </a:cubicBezTo>
                      <a:cubicBezTo>
                        <a:pt x="602" y="1869"/>
                        <a:pt x="569" y="1905"/>
                        <a:pt x="528" y="1905"/>
                      </a:cubicBezTo>
                      <a:moveTo>
                        <a:pt x="0" y="0"/>
                      </a:moveTo>
                      <a:lnTo>
                        <a:pt x="0" y="67"/>
                      </a:lnTo>
                      <a:lnTo>
                        <a:pt x="0" y="1708"/>
                      </a:lnTo>
                      <a:lnTo>
                        <a:pt x="0" y="1714"/>
                      </a:lnTo>
                      <a:lnTo>
                        <a:pt x="3" y="1718"/>
                      </a:lnTo>
                      <a:cubicBezTo>
                        <a:pt x="206" y="1988"/>
                        <a:pt x="508" y="2142"/>
                        <a:pt x="833" y="2142"/>
                      </a:cubicBezTo>
                      <a:lnTo>
                        <a:pt x="1054" y="2142"/>
                      </a:lnTo>
                      <a:lnTo>
                        <a:pt x="1071" y="2142"/>
                      </a:lnTo>
                      <a:lnTo>
                        <a:pt x="1071" y="2125"/>
                      </a:lnTo>
                      <a:lnTo>
                        <a:pt x="1071" y="2008"/>
                      </a:lnTo>
                      <a:lnTo>
                        <a:pt x="1071" y="1991"/>
                      </a:lnTo>
                      <a:lnTo>
                        <a:pt x="1054" y="1991"/>
                      </a:lnTo>
                      <a:lnTo>
                        <a:pt x="769" y="1991"/>
                      </a:lnTo>
                      <a:cubicBezTo>
                        <a:pt x="761" y="1991"/>
                        <a:pt x="754" y="1983"/>
                        <a:pt x="754" y="1973"/>
                      </a:cubicBezTo>
                      <a:cubicBezTo>
                        <a:pt x="754" y="1964"/>
                        <a:pt x="761" y="1956"/>
                        <a:pt x="769" y="1956"/>
                      </a:cubicBezTo>
                      <a:lnTo>
                        <a:pt x="1054" y="1956"/>
                      </a:lnTo>
                      <a:lnTo>
                        <a:pt x="1071" y="1956"/>
                      </a:lnTo>
                      <a:lnTo>
                        <a:pt x="1071" y="1938"/>
                      </a:lnTo>
                      <a:lnTo>
                        <a:pt x="1071" y="1886"/>
                      </a:lnTo>
                      <a:lnTo>
                        <a:pt x="1071" y="1868"/>
                      </a:lnTo>
                      <a:lnTo>
                        <a:pt x="1054" y="1868"/>
                      </a:lnTo>
                      <a:lnTo>
                        <a:pt x="769" y="1868"/>
                      </a:lnTo>
                      <a:cubicBezTo>
                        <a:pt x="761" y="1868"/>
                        <a:pt x="754" y="1860"/>
                        <a:pt x="754" y="1851"/>
                      </a:cubicBezTo>
                      <a:cubicBezTo>
                        <a:pt x="754" y="1842"/>
                        <a:pt x="761" y="1834"/>
                        <a:pt x="769" y="1834"/>
                      </a:cubicBezTo>
                      <a:lnTo>
                        <a:pt x="1054" y="1834"/>
                      </a:lnTo>
                      <a:lnTo>
                        <a:pt x="1071" y="1834"/>
                      </a:lnTo>
                      <a:lnTo>
                        <a:pt x="1071" y="1816"/>
                      </a:lnTo>
                      <a:lnTo>
                        <a:pt x="1071" y="1764"/>
                      </a:lnTo>
                      <a:lnTo>
                        <a:pt x="1071" y="1746"/>
                      </a:lnTo>
                      <a:lnTo>
                        <a:pt x="1054" y="1746"/>
                      </a:lnTo>
                      <a:lnTo>
                        <a:pt x="769" y="1746"/>
                      </a:lnTo>
                      <a:cubicBezTo>
                        <a:pt x="761" y="1746"/>
                        <a:pt x="754" y="1738"/>
                        <a:pt x="754" y="1729"/>
                      </a:cubicBezTo>
                      <a:cubicBezTo>
                        <a:pt x="754" y="1719"/>
                        <a:pt x="761" y="1711"/>
                        <a:pt x="769" y="1711"/>
                      </a:cubicBezTo>
                      <a:lnTo>
                        <a:pt x="1054" y="1711"/>
                      </a:lnTo>
                      <a:lnTo>
                        <a:pt x="1071" y="1711"/>
                      </a:lnTo>
                      <a:lnTo>
                        <a:pt x="1071" y="1694"/>
                      </a:lnTo>
                      <a:lnTo>
                        <a:pt x="1071" y="449"/>
                      </a:lnTo>
                      <a:lnTo>
                        <a:pt x="1071" y="432"/>
                      </a:lnTo>
                      <a:lnTo>
                        <a:pt x="1054" y="432"/>
                      </a:lnTo>
                      <a:cubicBezTo>
                        <a:pt x="694" y="432"/>
                        <a:pt x="350" y="313"/>
                        <a:pt x="60" y="90"/>
                      </a:cubicBezTo>
                      <a:cubicBezTo>
                        <a:pt x="49" y="81"/>
                        <a:pt x="40" y="71"/>
                        <a:pt x="33" y="58"/>
                      </a:cubicBezTo>
                      <a:lnTo>
                        <a:pt x="0" y="0"/>
                      </a:lnTo>
                      <a:moveTo>
                        <a:pt x="528" y="1923"/>
                      </a:moveTo>
                      <a:cubicBezTo>
                        <a:pt x="576" y="1923"/>
                        <a:pt x="620" y="1880"/>
                        <a:pt x="620" y="1824"/>
                      </a:cubicBezTo>
                      <a:cubicBezTo>
                        <a:pt x="620" y="1798"/>
                        <a:pt x="610" y="1773"/>
                        <a:pt x="593" y="1755"/>
                      </a:cubicBezTo>
                      <a:lnTo>
                        <a:pt x="210" y="1349"/>
                      </a:lnTo>
                      <a:cubicBezTo>
                        <a:pt x="195" y="1333"/>
                        <a:pt x="176" y="1326"/>
                        <a:pt x="158" y="1326"/>
                      </a:cubicBezTo>
                      <a:cubicBezTo>
                        <a:pt x="120" y="1326"/>
                        <a:pt x="83" y="1357"/>
                        <a:pt x="83" y="1405"/>
                      </a:cubicBezTo>
                      <a:lnTo>
                        <a:pt x="83" y="1465"/>
                      </a:lnTo>
                      <a:cubicBezTo>
                        <a:pt x="83" y="1545"/>
                        <a:pt x="112" y="1623"/>
                        <a:pt x="164" y="1680"/>
                      </a:cubicBezTo>
                      <a:cubicBezTo>
                        <a:pt x="257" y="1782"/>
                        <a:pt x="369" y="1862"/>
                        <a:pt x="494" y="1916"/>
                      </a:cubicBezTo>
                      <a:cubicBezTo>
                        <a:pt x="505" y="1921"/>
                        <a:pt x="516" y="1923"/>
                        <a:pt x="528" y="1923"/>
                      </a:cubicBezTo>
                      <a:moveTo>
                        <a:pt x="17" y="67"/>
                      </a:moveTo>
                      <a:cubicBezTo>
                        <a:pt x="25" y="81"/>
                        <a:pt x="36" y="93"/>
                        <a:pt x="49" y="104"/>
                      </a:cubicBezTo>
                      <a:cubicBezTo>
                        <a:pt x="331" y="321"/>
                        <a:pt x="678" y="449"/>
                        <a:pt x="1054" y="449"/>
                      </a:cubicBezTo>
                      <a:lnTo>
                        <a:pt x="1054" y="1694"/>
                      </a:lnTo>
                      <a:lnTo>
                        <a:pt x="769" y="1694"/>
                      </a:lnTo>
                      <a:cubicBezTo>
                        <a:pt x="751" y="1694"/>
                        <a:pt x="737" y="1709"/>
                        <a:pt x="737" y="1729"/>
                      </a:cubicBezTo>
                      <a:cubicBezTo>
                        <a:pt x="737" y="1748"/>
                        <a:pt x="751" y="1764"/>
                        <a:pt x="769" y="1764"/>
                      </a:cubicBezTo>
                      <a:lnTo>
                        <a:pt x="1054" y="1764"/>
                      </a:lnTo>
                      <a:lnTo>
                        <a:pt x="1054" y="1816"/>
                      </a:lnTo>
                      <a:lnTo>
                        <a:pt x="769" y="1816"/>
                      </a:lnTo>
                      <a:cubicBezTo>
                        <a:pt x="751" y="1816"/>
                        <a:pt x="737" y="1832"/>
                        <a:pt x="737" y="1851"/>
                      </a:cubicBezTo>
                      <a:cubicBezTo>
                        <a:pt x="737" y="1870"/>
                        <a:pt x="751" y="1886"/>
                        <a:pt x="769" y="1886"/>
                      </a:cubicBezTo>
                      <a:lnTo>
                        <a:pt x="1054" y="1886"/>
                      </a:lnTo>
                      <a:lnTo>
                        <a:pt x="1054" y="1938"/>
                      </a:lnTo>
                      <a:lnTo>
                        <a:pt x="769" y="1938"/>
                      </a:lnTo>
                      <a:cubicBezTo>
                        <a:pt x="751" y="1938"/>
                        <a:pt x="737" y="1954"/>
                        <a:pt x="737" y="1973"/>
                      </a:cubicBezTo>
                      <a:cubicBezTo>
                        <a:pt x="737" y="1992"/>
                        <a:pt x="751" y="2008"/>
                        <a:pt x="769" y="2008"/>
                      </a:cubicBezTo>
                      <a:lnTo>
                        <a:pt x="1054" y="2008"/>
                      </a:lnTo>
                      <a:lnTo>
                        <a:pt x="1054" y="2125"/>
                      </a:lnTo>
                      <a:lnTo>
                        <a:pt x="833" y="2125"/>
                      </a:lnTo>
                      <a:cubicBezTo>
                        <a:pt x="503" y="2125"/>
                        <a:pt x="208" y="1962"/>
                        <a:pt x="17" y="1708"/>
                      </a:cubicBezTo>
                      <a:lnTo>
                        <a:pt x="17" y="6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1" name="Google Shape;731;p28"/>
                <p:cNvSpPr/>
                <p:nvPr/>
              </p:nvSpPr>
              <p:spPr>
                <a:xfrm>
                  <a:off x="7134840" y="3962520"/>
                  <a:ext cx="390960" cy="770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" h="2141" extrusionOk="0">
                      <a:moveTo>
                        <a:pt x="548" y="1904"/>
                      </a:moveTo>
                      <a:cubicBezTo>
                        <a:pt x="506" y="1904"/>
                        <a:pt x="473" y="1868"/>
                        <a:pt x="473" y="1823"/>
                      </a:cubicBezTo>
                      <a:cubicBezTo>
                        <a:pt x="473" y="1802"/>
                        <a:pt x="481" y="1781"/>
                        <a:pt x="495" y="1766"/>
                      </a:cubicBezTo>
                      <a:lnTo>
                        <a:pt x="882" y="1360"/>
                      </a:lnTo>
                      <a:cubicBezTo>
                        <a:pt x="896" y="1346"/>
                        <a:pt x="911" y="1343"/>
                        <a:pt x="921" y="1343"/>
                      </a:cubicBezTo>
                      <a:cubicBezTo>
                        <a:pt x="950" y="1343"/>
                        <a:pt x="979" y="1365"/>
                        <a:pt x="979" y="1404"/>
                      </a:cubicBezTo>
                      <a:lnTo>
                        <a:pt x="979" y="1464"/>
                      </a:lnTo>
                      <a:cubicBezTo>
                        <a:pt x="979" y="1541"/>
                        <a:pt x="951" y="1614"/>
                        <a:pt x="902" y="1667"/>
                      </a:cubicBezTo>
                      <a:cubicBezTo>
                        <a:pt x="810" y="1767"/>
                        <a:pt x="697" y="1847"/>
                        <a:pt x="576" y="1899"/>
                      </a:cubicBezTo>
                      <a:cubicBezTo>
                        <a:pt x="567" y="1902"/>
                        <a:pt x="557" y="1904"/>
                        <a:pt x="548" y="1904"/>
                      </a:cubicBezTo>
                      <a:moveTo>
                        <a:pt x="1080" y="0"/>
                      </a:moveTo>
                      <a:lnTo>
                        <a:pt x="1047" y="57"/>
                      </a:lnTo>
                      <a:cubicBezTo>
                        <a:pt x="1040" y="70"/>
                        <a:pt x="1031" y="80"/>
                        <a:pt x="1020" y="89"/>
                      </a:cubicBezTo>
                      <a:cubicBezTo>
                        <a:pt x="727" y="312"/>
                        <a:pt x="380" y="431"/>
                        <a:pt x="18" y="431"/>
                      </a:cubicBezTo>
                      <a:lnTo>
                        <a:pt x="0" y="431"/>
                      </a:lnTo>
                      <a:lnTo>
                        <a:pt x="0" y="448"/>
                      </a:lnTo>
                      <a:lnTo>
                        <a:pt x="0" y="1693"/>
                      </a:lnTo>
                      <a:lnTo>
                        <a:pt x="0" y="1710"/>
                      </a:lnTo>
                      <a:lnTo>
                        <a:pt x="18" y="1710"/>
                      </a:lnTo>
                      <a:lnTo>
                        <a:pt x="304" y="1710"/>
                      </a:lnTo>
                      <a:cubicBezTo>
                        <a:pt x="313" y="1710"/>
                        <a:pt x="320" y="1718"/>
                        <a:pt x="320" y="1728"/>
                      </a:cubicBezTo>
                      <a:cubicBezTo>
                        <a:pt x="320" y="1737"/>
                        <a:pt x="313" y="1745"/>
                        <a:pt x="304" y="1745"/>
                      </a:cubicBezTo>
                      <a:lnTo>
                        <a:pt x="18" y="1745"/>
                      </a:lnTo>
                      <a:lnTo>
                        <a:pt x="0" y="1745"/>
                      </a:lnTo>
                      <a:lnTo>
                        <a:pt x="0" y="1763"/>
                      </a:lnTo>
                      <a:lnTo>
                        <a:pt x="0" y="1815"/>
                      </a:lnTo>
                      <a:lnTo>
                        <a:pt x="0" y="1833"/>
                      </a:lnTo>
                      <a:lnTo>
                        <a:pt x="18" y="1833"/>
                      </a:lnTo>
                      <a:lnTo>
                        <a:pt x="304" y="1833"/>
                      </a:lnTo>
                      <a:cubicBezTo>
                        <a:pt x="313" y="1833"/>
                        <a:pt x="320" y="1841"/>
                        <a:pt x="320" y="1850"/>
                      </a:cubicBezTo>
                      <a:cubicBezTo>
                        <a:pt x="320" y="1859"/>
                        <a:pt x="313" y="1867"/>
                        <a:pt x="304" y="1867"/>
                      </a:cubicBezTo>
                      <a:lnTo>
                        <a:pt x="18" y="1867"/>
                      </a:lnTo>
                      <a:lnTo>
                        <a:pt x="0" y="1867"/>
                      </a:lnTo>
                      <a:lnTo>
                        <a:pt x="0" y="1885"/>
                      </a:lnTo>
                      <a:lnTo>
                        <a:pt x="0" y="1937"/>
                      </a:lnTo>
                      <a:lnTo>
                        <a:pt x="0" y="1955"/>
                      </a:lnTo>
                      <a:lnTo>
                        <a:pt x="18" y="1955"/>
                      </a:lnTo>
                      <a:lnTo>
                        <a:pt x="304" y="1955"/>
                      </a:lnTo>
                      <a:cubicBezTo>
                        <a:pt x="313" y="1955"/>
                        <a:pt x="320" y="1963"/>
                        <a:pt x="320" y="1972"/>
                      </a:cubicBezTo>
                      <a:cubicBezTo>
                        <a:pt x="320" y="1982"/>
                        <a:pt x="313" y="1990"/>
                        <a:pt x="304" y="1990"/>
                      </a:cubicBezTo>
                      <a:lnTo>
                        <a:pt x="18" y="1990"/>
                      </a:lnTo>
                      <a:lnTo>
                        <a:pt x="0" y="1990"/>
                      </a:lnTo>
                      <a:lnTo>
                        <a:pt x="0" y="2007"/>
                      </a:lnTo>
                      <a:lnTo>
                        <a:pt x="0" y="2124"/>
                      </a:lnTo>
                      <a:lnTo>
                        <a:pt x="0" y="2141"/>
                      </a:lnTo>
                      <a:lnTo>
                        <a:pt x="18" y="2141"/>
                      </a:lnTo>
                      <a:lnTo>
                        <a:pt x="240" y="2141"/>
                      </a:lnTo>
                      <a:cubicBezTo>
                        <a:pt x="567" y="2141"/>
                        <a:pt x="873" y="1987"/>
                        <a:pt x="1077" y="1718"/>
                      </a:cubicBezTo>
                      <a:lnTo>
                        <a:pt x="1086" y="1706"/>
                      </a:lnTo>
                      <a:lnTo>
                        <a:pt x="1080" y="1700"/>
                      </a:lnTo>
                      <a:lnTo>
                        <a:pt x="1080" y="66"/>
                      </a:lnTo>
                      <a:lnTo>
                        <a:pt x="1080" y="0"/>
                      </a:lnTo>
                      <a:moveTo>
                        <a:pt x="548" y="1922"/>
                      </a:moveTo>
                      <a:cubicBezTo>
                        <a:pt x="559" y="1922"/>
                        <a:pt x="571" y="1920"/>
                        <a:pt x="582" y="1915"/>
                      </a:cubicBezTo>
                      <a:cubicBezTo>
                        <a:pt x="709" y="1861"/>
                        <a:pt x="822" y="1781"/>
                        <a:pt x="915" y="1679"/>
                      </a:cubicBezTo>
                      <a:cubicBezTo>
                        <a:pt x="968" y="1622"/>
                        <a:pt x="996" y="1544"/>
                        <a:pt x="996" y="1464"/>
                      </a:cubicBezTo>
                      <a:lnTo>
                        <a:pt x="996" y="1404"/>
                      </a:lnTo>
                      <a:cubicBezTo>
                        <a:pt x="996" y="1356"/>
                        <a:pt x="960" y="1325"/>
                        <a:pt x="921" y="1325"/>
                      </a:cubicBezTo>
                      <a:cubicBezTo>
                        <a:pt x="903" y="1325"/>
                        <a:pt x="884" y="1332"/>
                        <a:pt x="869" y="1348"/>
                      </a:cubicBezTo>
                      <a:lnTo>
                        <a:pt x="482" y="1754"/>
                      </a:lnTo>
                      <a:cubicBezTo>
                        <a:pt x="465" y="1772"/>
                        <a:pt x="455" y="1797"/>
                        <a:pt x="455" y="1823"/>
                      </a:cubicBezTo>
                      <a:cubicBezTo>
                        <a:pt x="455" y="1879"/>
                        <a:pt x="499" y="1922"/>
                        <a:pt x="548" y="1922"/>
                      </a:cubicBezTo>
                      <a:moveTo>
                        <a:pt x="1063" y="66"/>
                      </a:moveTo>
                      <a:lnTo>
                        <a:pt x="1063" y="1707"/>
                      </a:lnTo>
                      <a:lnTo>
                        <a:pt x="1063" y="1707"/>
                      </a:lnTo>
                      <a:cubicBezTo>
                        <a:pt x="870" y="1961"/>
                        <a:pt x="573" y="2124"/>
                        <a:pt x="240" y="2124"/>
                      </a:cubicBezTo>
                      <a:lnTo>
                        <a:pt x="18" y="2124"/>
                      </a:lnTo>
                      <a:lnTo>
                        <a:pt x="18" y="2007"/>
                      </a:lnTo>
                      <a:lnTo>
                        <a:pt x="304" y="2007"/>
                      </a:lnTo>
                      <a:cubicBezTo>
                        <a:pt x="322" y="2007"/>
                        <a:pt x="337" y="1991"/>
                        <a:pt x="337" y="1972"/>
                      </a:cubicBezTo>
                      <a:cubicBezTo>
                        <a:pt x="337" y="1953"/>
                        <a:pt x="322" y="1937"/>
                        <a:pt x="304" y="1937"/>
                      </a:cubicBezTo>
                      <a:lnTo>
                        <a:pt x="18" y="1937"/>
                      </a:lnTo>
                      <a:lnTo>
                        <a:pt x="18" y="1885"/>
                      </a:lnTo>
                      <a:lnTo>
                        <a:pt x="304" y="1885"/>
                      </a:lnTo>
                      <a:cubicBezTo>
                        <a:pt x="322" y="1885"/>
                        <a:pt x="337" y="1869"/>
                        <a:pt x="337" y="1850"/>
                      </a:cubicBezTo>
                      <a:cubicBezTo>
                        <a:pt x="337" y="1831"/>
                        <a:pt x="322" y="1815"/>
                        <a:pt x="304" y="1815"/>
                      </a:cubicBezTo>
                      <a:lnTo>
                        <a:pt x="18" y="1815"/>
                      </a:lnTo>
                      <a:lnTo>
                        <a:pt x="18" y="1763"/>
                      </a:lnTo>
                      <a:lnTo>
                        <a:pt x="304" y="1763"/>
                      </a:lnTo>
                      <a:cubicBezTo>
                        <a:pt x="322" y="1763"/>
                        <a:pt x="337" y="1747"/>
                        <a:pt x="337" y="1728"/>
                      </a:cubicBezTo>
                      <a:cubicBezTo>
                        <a:pt x="337" y="1708"/>
                        <a:pt x="322" y="1693"/>
                        <a:pt x="304" y="1693"/>
                      </a:cubicBezTo>
                      <a:lnTo>
                        <a:pt x="18" y="1693"/>
                      </a:lnTo>
                      <a:lnTo>
                        <a:pt x="18" y="448"/>
                      </a:lnTo>
                      <a:cubicBezTo>
                        <a:pt x="396" y="448"/>
                        <a:pt x="746" y="320"/>
                        <a:pt x="1031" y="103"/>
                      </a:cubicBezTo>
                      <a:cubicBezTo>
                        <a:pt x="1044" y="92"/>
                        <a:pt x="1055" y="80"/>
                        <a:pt x="1063" y="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32" name="Google Shape;732;p28"/>
              <p:cNvSpPr/>
              <p:nvPr/>
            </p:nvSpPr>
            <p:spPr>
              <a:xfrm rot="1800091">
                <a:off x="8392444" y="2478445"/>
                <a:ext cx="218038" cy="677098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3" name="Google Shape;733;p28"/>
              <p:cNvSpPr/>
              <p:nvPr/>
            </p:nvSpPr>
            <p:spPr>
              <a:xfrm rot="1800091">
                <a:off x="7978004" y="3121687"/>
                <a:ext cx="218038" cy="826189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28"/>
              <p:cNvSpPr/>
              <p:nvPr/>
            </p:nvSpPr>
            <p:spPr>
              <a:xfrm rot="1800091">
                <a:off x="6690879" y="3298982"/>
                <a:ext cx="1246355" cy="618758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050" extrusionOk="0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28"/>
              <p:cNvSpPr/>
              <p:nvPr/>
            </p:nvSpPr>
            <p:spPr>
              <a:xfrm rot="1800091">
                <a:off x="6882313" y="2489052"/>
                <a:ext cx="218038" cy="826189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28"/>
              <p:cNvSpPr/>
              <p:nvPr/>
            </p:nvSpPr>
            <p:spPr>
              <a:xfrm rot="1800091">
                <a:off x="7296752" y="1845810"/>
                <a:ext cx="218038" cy="677098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28"/>
              <p:cNvSpPr/>
              <p:nvPr/>
            </p:nvSpPr>
            <p:spPr>
              <a:xfrm rot="1800091">
                <a:off x="7584326" y="1950493"/>
                <a:ext cx="1143229" cy="398362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676" extrusionOk="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28"/>
              <p:cNvSpPr/>
              <p:nvPr/>
            </p:nvSpPr>
            <p:spPr>
              <a:xfrm rot="1800091">
                <a:off x="7677178" y="1534212"/>
                <a:ext cx="239253" cy="231003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92" extrusionOk="0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28"/>
              <p:cNvSpPr/>
              <p:nvPr/>
            </p:nvSpPr>
            <p:spPr>
              <a:xfrm rot="1800091">
                <a:off x="8648819" y="2095391"/>
                <a:ext cx="239842" cy="231003"/>
              </a:xfrm>
              <a:custGeom>
                <a:avLst/>
                <a:gdLst/>
                <a:ahLst/>
                <a:cxnLst/>
                <a:rect l="l" t="t" r="r" b="b"/>
                <a:pathLst>
                  <a:path w="407" h="392" extrusionOk="0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28"/>
              <p:cNvSpPr/>
              <p:nvPr/>
            </p:nvSpPr>
            <p:spPr>
              <a:xfrm rot="1800091">
                <a:off x="7359871" y="2101937"/>
                <a:ext cx="418987" cy="1254016"/>
              </a:xfrm>
              <a:custGeom>
                <a:avLst/>
                <a:gdLst/>
                <a:ahLst/>
                <a:cxnLst/>
                <a:rect l="l" t="t" r="r" b="b"/>
                <a:pathLst>
                  <a:path w="711" h="2128" extrusionOk="0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28"/>
              <p:cNvSpPr/>
              <p:nvPr/>
            </p:nvSpPr>
            <p:spPr>
              <a:xfrm rot="1800091">
                <a:off x="7737872" y="2320869"/>
                <a:ext cx="421345" cy="1254016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128" extrusionOk="0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28"/>
              <p:cNvSpPr/>
              <p:nvPr/>
            </p:nvSpPr>
            <p:spPr>
              <a:xfrm rot="1800091">
                <a:off x="6662900" y="1509406"/>
                <a:ext cx="1830934" cy="3282362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5570" extrusionOk="0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28"/>
              <p:cNvSpPr/>
              <p:nvPr/>
            </p:nvSpPr>
            <p:spPr>
              <a:xfrm rot="1800091">
                <a:off x="6352507" y="3446666"/>
                <a:ext cx="631133" cy="1262266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142" extrusionOk="0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28"/>
              <p:cNvSpPr/>
              <p:nvPr/>
            </p:nvSpPr>
            <p:spPr>
              <a:xfrm rot="1800091">
                <a:off x="6911606" y="3772668"/>
                <a:ext cx="639972" cy="1261676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2141" extrusionOk="0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28"/>
              <p:cNvSpPr/>
              <p:nvPr/>
            </p:nvSpPr>
            <p:spPr>
              <a:xfrm rot="1799864">
                <a:off x="8234349" y="2618812"/>
                <a:ext cx="178580" cy="55456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28"/>
              <p:cNvSpPr/>
              <p:nvPr/>
            </p:nvSpPr>
            <p:spPr>
              <a:xfrm rot="1799864">
                <a:off x="7894950" y="3145668"/>
                <a:ext cx="178580" cy="67667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28"/>
              <p:cNvSpPr/>
              <p:nvPr/>
            </p:nvSpPr>
            <p:spPr>
              <a:xfrm rot="1799864">
                <a:off x="6840760" y="3290919"/>
                <a:ext cx="1020801" cy="506780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050" extrusionOk="0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28"/>
              <p:cNvSpPr/>
              <p:nvPr/>
            </p:nvSpPr>
            <p:spPr>
              <a:xfrm rot="1799864">
                <a:off x="6997512" y="2627580"/>
                <a:ext cx="178580" cy="67667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28"/>
              <p:cNvSpPr/>
              <p:nvPr/>
            </p:nvSpPr>
            <p:spPr>
              <a:xfrm rot="1799864">
                <a:off x="7336912" y="2100724"/>
                <a:ext cx="178580" cy="55456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28"/>
              <p:cNvSpPr/>
              <p:nvPr/>
            </p:nvSpPr>
            <p:spPr>
              <a:xfrm rot="1799864">
                <a:off x="7572441" y="2186421"/>
                <a:ext cx="936337" cy="326270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676" extrusionOk="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28"/>
              <p:cNvSpPr/>
              <p:nvPr/>
            </p:nvSpPr>
            <p:spPr>
              <a:xfrm rot="1799864">
                <a:off x="7648463" y="1845494"/>
                <a:ext cx="195955" cy="189198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92" extrusionOk="0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28"/>
              <p:cNvSpPr/>
              <p:nvPr/>
            </p:nvSpPr>
            <p:spPr>
              <a:xfrm rot="1799864">
                <a:off x="8444295" y="2305065"/>
                <a:ext cx="196438" cy="189198"/>
              </a:xfrm>
              <a:custGeom>
                <a:avLst/>
                <a:gdLst/>
                <a:ahLst/>
                <a:cxnLst/>
                <a:rect l="l" t="t" r="r" b="b"/>
                <a:pathLst>
                  <a:path w="407" h="392" extrusionOk="0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28"/>
              <p:cNvSpPr/>
              <p:nvPr/>
            </p:nvSpPr>
            <p:spPr>
              <a:xfrm rot="1799864">
                <a:off x="7388637" y="2310490"/>
                <a:ext cx="343163" cy="10270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2128" extrusionOk="0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28"/>
              <p:cNvSpPr/>
              <p:nvPr/>
            </p:nvSpPr>
            <p:spPr>
              <a:xfrm rot="1799864">
                <a:off x="7698243" y="2489782"/>
                <a:ext cx="345093" cy="1027075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128" extrusionOk="0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28"/>
              <p:cNvSpPr/>
              <p:nvPr/>
            </p:nvSpPr>
            <p:spPr>
              <a:xfrm rot="1799864">
                <a:off x="6817821" y="1825189"/>
                <a:ext cx="1499587" cy="2688350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5570" extrusionOk="0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28"/>
              <p:cNvSpPr/>
              <p:nvPr/>
            </p:nvSpPr>
            <p:spPr>
              <a:xfrm rot="1799864">
                <a:off x="6563648" y="3411911"/>
                <a:ext cx="516916" cy="1033832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142" extrusionOk="0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28"/>
              <p:cNvSpPr/>
              <p:nvPr/>
            </p:nvSpPr>
            <p:spPr>
              <a:xfrm rot="1799864">
                <a:off x="7021584" y="3678886"/>
                <a:ext cx="524156" cy="1033349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2141" extrusionOk="0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9" name="Google Shape;759;p29"/>
          <p:cNvGrpSpPr/>
          <p:nvPr/>
        </p:nvGrpSpPr>
        <p:grpSpPr>
          <a:xfrm>
            <a:off x="7009770" y="1628548"/>
            <a:ext cx="2372198" cy="3917614"/>
            <a:chOff x="7009770" y="1628548"/>
            <a:chExt cx="2372198" cy="3917614"/>
          </a:xfrm>
        </p:grpSpPr>
        <p:grpSp>
          <p:nvGrpSpPr>
            <p:cNvPr id="760" name="Google Shape;760;p29"/>
            <p:cNvGrpSpPr/>
            <p:nvPr/>
          </p:nvGrpSpPr>
          <p:grpSpPr>
            <a:xfrm rot="3600220" flipH="1">
              <a:off x="7420690" y="3491781"/>
              <a:ext cx="1550359" cy="1844109"/>
              <a:chOff x="5964933" y="1271550"/>
              <a:chExt cx="3226867" cy="3838270"/>
            </a:xfrm>
          </p:grpSpPr>
          <p:grpSp>
            <p:nvGrpSpPr>
              <p:cNvPr id="761" name="Google Shape;761;p29"/>
              <p:cNvGrpSpPr/>
              <p:nvPr/>
            </p:nvGrpSpPr>
            <p:grpSpPr>
              <a:xfrm rot="1800072">
                <a:off x="6697343" y="1678731"/>
                <a:ext cx="1637454" cy="3157382"/>
                <a:chOff x="6571800" y="2576520"/>
                <a:chExt cx="1118520" cy="2156760"/>
              </a:xfrm>
            </p:grpSpPr>
            <p:sp>
              <p:nvSpPr>
                <p:cNvPr id="762" name="Google Shape;762;p29"/>
                <p:cNvSpPr/>
                <p:nvPr/>
              </p:nvSpPr>
              <p:spPr>
                <a:xfrm>
                  <a:off x="7450920" y="2913840"/>
                  <a:ext cx="133200" cy="41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149" extrusionOk="0">
                      <a:moveTo>
                        <a:pt x="317" y="0"/>
                      </a:moveTo>
                      <a:lnTo>
                        <a:pt x="317" y="0"/>
                      </a:lnTo>
                      <a:cubicBezTo>
                        <a:pt x="296" y="0"/>
                        <a:pt x="277" y="12"/>
                        <a:pt x="269" y="32"/>
                      </a:cubicBezTo>
                      <a:lnTo>
                        <a:pt x="1" y="666"/>
                      </a:lnTo>
                      <a:lnTo>
                        <a:pt x="0" y="669"/>
                      </a:lnTo>
                      <a:lnTo>
                        <a:pt x="0" y="673"/>
                      </a:ln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8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53"/>
                      </a:lnTo>
                      <a:cubicBezTo>
                        <a:pt x="370" y="20"/>
                        <a:pt x="343" y="0"/>
                        <a:pt x="317" y="0"/>
                      </a:cubicBezTo>
                      <a:moveTo>
                        <a:pt x="317" y="18"/>
                      </a:moveTo>
                      <a:cubicBezTo>
                        <a:pt x="335" y="18"/>
                        <a:pt x="352" y="31"/>
                        <a:pt x="352" y="53"/>
                      </a:cubicBezTo>
                      <a:lnTo>
                        <a:pt x="352" y="1132"/>
                      </a:lnTo>
                      <a:lnTo>
                        <a:pt x="18" y="1132"/>
                      </a:lnTo>
                      <a:lnTo>
                        <a:pt x="18" y="673"/>
                      </a:lnTo>
                      <a:lnTo>
                        <a:pt x="285" y="39"/>
                      </a:lnTo>
                      <a:cubicBezTo>
                        <a:pt x="291" y="24"/>
                        <a:pt x="304" y="18"/>
                        <a:pt x="317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3" name="Google Shape;763;p29"/>
                <p:cNvSpPr/>
                <p:nvPr/>
              </p:nvSpPr>
              <p:spPr>
                <a:xfrm>
                  <a:off x="7450920" y="3374640"/>
                  <a:ext cx="133200" cy="504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402" extrusionOk="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8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322"/>
                      </a:lnTo>
                      <a:lnTo>
                        <a:pt x="0" y="325"/>
                      </a:lnTo>
                      <a:lnTo>
                        <a:pt x="1" y="328"/>
                      </a:lnTo>
                      <a:lnTo>
                        <a:pt x="335" y="1302"/>
                      </a:lnTo>
                      <a:lnTo>
                        <a:pt x="370" y="1402"/>
                      </a:lnTo>
                      <a:lnTo>
                        <a:pt x="370" y="1297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1297"/>
                      </a:lnTo>
                      <a:lnTo>
                        <a:pt x="18" y="322"/>
                      </a:lnTo>
                      <a:lnTo>
                        <a:pt x="18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4" name="Google Shape;764;p29"/>
                <p:cNvSpPr/>
                <p:nvPr/>
              </p:nvSpPr>
              <p:spPr>
                <a:xfrm>
                  <a:off x="6750360" y="3713040"/>
                  <a:ext cx="761400" cy="37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5" h="1050" extrusionOk="0">
                      <a:moveTo>
                        <a:pt x="357" y="0"/>
                      </a:moveTo>
                      <a:lnTo>
                        <a:pt x="357" y="0"/>
                      </a:lnTo>
                      <a:cubicBezTo>
                        <a:pt x="260" y="0"/>
                        <a:pt x="175" y="61"/>
                        <a:pt x="144" y="154"/>
                      </a:cubicBezTo>
                      <a:lnTo>
                        <a:pt x="6" y="574"/>
                      </a:lnTo>
                      <a:cubicBezTo>
                        <a:pt x="-6" y="611"/>
                        <a:pt x="-1" y="651"/>
                        <a:pt x="19" y="685"/>
                      </a:cubicBezTo>
                      <a:cubicBezTo>
                        <a:pt x="28" y="701"/>
                        <a:pt x="40" y="714"/>
                        <a:pt x="55" y="724"/>
                      </a:cubicBezTo>
                      <a:cubicBezTo>
                        <a:pt x="348" y="938"/>
                        <a:pt x="695" y="1050"/>
                        <a:pt x="1057" y="1050"/>
                      </a:cubicBezTo>
                      <a:cubicBezTo>
                        <a:pt x="1420" y="1050"/>
                        <a:pt x="1766" y="938"/>
                        <a:pt x="2060" y="724"/>
                      </a:cubicBezTo>
                      <a:cubicBezTo>
                        <a:pt x="2074" y="714"/>
                        <a:pt x="2086" y="701"/>
                        <a:pt x="2096" y="685"/>
                      </a:cubicBezTo>
                      <a:cubicBezTo>
                        <a:pt x="2116" y="651"/>
                        <a:pt x="2121" y="611"/>
                        <a:pt x="2108" y="574"/>
                      </a:cubicBezTo>
                      <a:lnTo>
                        <a:pt x="1970" y="154"/>
                      </a:lnTo>
                      <a:cubicBezTo>
                        <a:pt x="1940" y="61"/>
                        <a:pt x="1854" y="0"/>
                        <a:pt x="1757" y="0"/>
                      </a:cubicBezTo>
                      <a:cubicBezTo>
                        <a:pt x="1754" y="0"/>
                        <a:pt x="1752" y="0"/>
                        <a:pt x="1750" y="0"/>
                      </a:cubicBezTo>
                      <a:cubicBezTo>
                        <a:pt x="1724" y="0"/>
                        <a:pt x="1698" y="5"/>
                        <a:pt x="1672" y="16"/>
                      </a:cubicBezTo>
                      <a:cubicBezTo>
                        <a:pt x="1476" y="93"/>
                        <a:pt x="1269" y="133"/>
                        <a:pt x="1057" y="133"/>
                      </a:cubicBezTo>
                      <a:cubicBezTo>
                        <a:pt x="846" y="133"/>
                        <a:pt x="639" y="93"/>
                        <a:pt x="442" y="16"/>
                      </a:cubicBezTo>
                      <a:cubicBezTo>
                        <a:pt x="417" y="5"/>
                        <a:pt x="390" y="0"/>
                        <a:pt x="364" y="0"/>
                      </a:cubicBezTo>
                      <a:cubicBezTo>
                        <a:pt x="362" y="0"/>
                        <a:pt x="360" y="0"/>
                        <a:pt x="357" y="0"/>
                      </a:cubicBezTo>
                      <a:moveTo>
                        <a:pt x="357" y="17"/>
                      </a:moveTo>
                      <a:cubicBezTo>
                        <a:pt x="360" y="17"/>
                        <a:pt x="362" y="17"/>
                        <a:pt x="364" y="17"/>
                      </a:cubicBezTo>
                      <a:cubicBezTo>
                        <a:pt x="388" y="18"/>
                        <a:pt x="412" y="23"/>
                        <a:pt x="436" y="32"/>
                      </a:cubicBezTo>
                      <a:cubicBezTo>
                        <a:pt x="628" y="108"/>
                        <a:pt x="838" y="150"/>
                        <a:pt x="1057" y="150"/>
                      </a:cubicBezTo>
                      <a:cubicBezTo>
                        <a:pt x="1277" y="150"/>
                        <a:pt x="1486" y="108"/>
                        <a:pt x="1679" y="32"/>
                      </a:cubicBezTo>
                      <a:cubicBezTo>
                        <a:pt x="1702" y="23"/>
                        <a:pt x="1727" y="18"/>
                        <a:pt x="1751" y="17"/>
                      </a:cubicBezTo>
                      <a:cubicBezTo>
                        <a:pt x="1753" y="17"/>
                        <a:pt x="1755" y="17"/>
                        <a:pt x="1757" y="17"/>
                      </a:cubicBezTo>
                      <a:cubicBezTo>
                        <a:pt x="1843" y="17"/>
                        <a:pt x="1924" y="71"/>
                        <a:pt x="1953" y="159"/>
                      </a:cubicBezTo>
                      <a:lnTo>
                        <a:pt x="2092" y="579"/>
                      </a:lnTo>
                      <a:cubicBezTo>
                        <a:pt x="2103" y="612"/>
                        <a:pt x="2098" y="647"/>
                        <a:pt x="2080" y="676"/>
                      </a:cubicBezTo>
                      <a:cubicBezTo>
                        <a:pt x="2073" y="689"/>
                        <a:pt x="2062" y="701"/>
                        <a:pt x="2049" y="710"/>
                      </a:cubicBezTo>
                      <a:cubicBezTo>
                        <a:pt x="1771" y="913"/>
                        <a:pt x="1428" y="1033"/>
                        <a:pt x="1057" y="1033"/>
                      </a:cubicBezTo>
                      <a:cubicBezTo>
                        <a:pt x="687" y="1033"/>
                        <a:pt x="344" y="913"/>
                        <a:pt x="65" y="710"/>
                      </a:cubicBezTo>
                      <a:cubicBezTo>
                        <a:pt x="52" y="701"/>
                        <a:pt x="42" y="689"/>
                        <a:pt x="34" y="676"/>
                      </a:cubicBezTo>
                      <a:cubicBezTo>
                        <a:pt x="17" y="647"/>
                        <a:pt x="12" y="612"/>
                        <a:pt x="23" y="579"/>
                      </a:cubicBezTo>
                      <a:lnTo>
                        <a:pt x="161" y="159"/>
                      </a:lnTo>
                      <a:cubicBezTo>
                        <a:pt x="190" y="71"/>
                        <a:pt x="271" y="17"/>
                        <a:pt x="357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5" name="Google Shape;765;p29"/>
                <p:cNvSpPr/>
                <p:nvPr/>
              </p:nvSpPr>
              <p:spPr>
                <a:xfrm>
                  <a:off x="6678000" y="3374640"/>
                  <a:ext cx="133200" cy="5047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402" extrusionOk="0">
                      <a:moveTo>
                        <a:pt x="370" y="0"/>
                      </a:moveTo>
                      <a:lnTo>
                        <a:pt x="352" y="0"/>
                      </a:lnTo>
                      <a:lnTo>
                        <a:pt x="17" y="0"/>
                      </a:ln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0" y="1297"/>
                      </a:lnTo>
                      <a:lnTo>
                        <a:pt x="0" y="1402"/>
                      </a:lnTo>
                      <a:lnTo>
                        <a:pt x="34" y="1302"/>
                      </a:lnTo>
                      <a:lnTo>
                        <a:pt x="369" y="328"/>
                      </a:lnTo>
                      <a:lnTo>
                        <a:pt x="370" y="325"/>
                      </a:lnTo>
                      <a:lnTo>
                        <a:pt x="370" y="322"/>
                      </a:lnTo>
                      <a:lnTo>
                        <a:pt x="370" y="17"/>
                      </a:lnTo>
                      <a:lnTo>
                        <a:pt x="370" y="0"/>
                      </a:lnTo>
                      <a:moveTo>
                        <a:pt x="352" y="17"/>
                      </a:moveTo>
                      <a:lnTo>
                        <a:pt x="352" y="322"/>
                      </a:lnTo>
                      <a:lnTo>
                        <a:pt x="17" y="1297"/>
                      </a:lnTo>
                      <a:lnTo>
                        <a:pt x="17" y="17"/>
                      </a:lnTo>
                      <a:lnTo>
                        <a:pt x="352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6" name="Google Shape;766;p29"/>
                <p:cNvSpPr/>
                <p:nvPr/>
              </p:nvSpPr>
              <p:spPr>
                <a:xfrm>
                  <a:off x="6678000" y="2913840"/>
                  <a:ext cx="133200" cy="413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0" h="1149" extrusionOk="0">
                      <a:moveTo>
                        <a:pt x="53" y="0"/>
                      </a:moveTo>
                      <a:cubicBezTo>
                        <a:pt x="27" y="0"/>
                        <a:pt x="0" y="20"/>
                        <a:pt x="0" y="53"/>
                      </a:cubicBezTo>
                      <a:lnTo>
                        <a:pt x="0" y="1132"/>
                      </a:lnTo>
                      <a:lnTo>
                        <a:pt x="0" y="1149"/>
                      </a:lnTo>
                      <a:lnTo>
                        <a:pt x="17" y="1149"/>
                      </a:lnTo>
                      <a:lnTo>
                        <a:pt x="352" y="1149"/>
                      </a:lnTo>
                      <a:lnTo>
                        <a:pt x="370" y="1149"/>
                      </a:lnTo>
                      <a:lnTo>
                        <a:pt x="370" y="1132"/>
                      </a:lnTo>
                      <a:lnTo>
                        <a:pt x="370" y="673"/>
                      </a:lnTo>
                      <a:lnTo>
                        <a:pt x="370" y="669"/>
                      </a:lnTo>
                      <a:lnTo>
                        <a:pt x="368" y="666"/>
                      </a:lnTo>
                      <a:lnTo>
                        <a:pt x="101" y="32"/>
                      </a:lnTo>
                      <a:cubicBezTo>
                        <a:pt x="92" y="12"/>
                        <a:pt x="74" y="0"/>
                        <a:pt x="53" y="0"/>
                      </a:cubicBezTo>
                      <a:moveTo>
                        <a:pt x="53" y="18"/>
                      </a:moveTo>
                      <a:cubicBezTo>
                        <a:pt x="65" y="18"/>
                        <a:pt x="78" y="24"/>
                        <a:pt x="84" y="39"/>
                      </a:cubicBezTo>
                      <a:lnTo>
                        <a:pt x="352" y="673"/>
                      </a:lnTo>
                      <a:lnTo>
                        <a:pt x="352" y="1132"/>
                      </a:lnTo>
                      <a:lnTo>
                        <a:pt x="17" y="1132"/>
                      </a:lnTo>
                      <a:lnTo>
                        <a:pt x="17" y="53"/>
                      </a:lnTo>
                      <a:cubicBezTo>
                        <a:pt x="17" y="31"/>
                        <a:pt x="35" y="18"/>
                        <a:pt x="53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7" name="Google Shape;767;p29"/>
                <p:cNvSpPr/>
                <p:nvPr/>
              </p:nvSpPr>
              <p:spPr>
                <a:xfrm>
                  <a:off x="6781680" y="2751480"/>
                  <a:ext cx="698400" cy="2433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40" h="676" extrusionOk="0">
                      <a:moveTo>
                        <a:pt x="970" y="0"/>
                      </a:moveTo>
                      <a:cubicBezTo>
                        <a:pt x="639" y="0"/>
                        <a:pt x="322" y="72"/>
                        <a:pt x="55" y="209"/>
                      </a:cubicBezTo>
                      <a:cubicBezTo>
                        <a:pt x="8" y="233"/>
                        <a:pt x="-11" y="277"/>
                        <a:pt x="7" y="317"/>
                      </a:cubicBezTo>
                      <a:lnTo>
                        <a:pt x="155" y="604"/>
                      </a:lnTo>
                      <a:cubicBezTo>
                        <a:pt x="174" y="643"/>
                        <a:pt x="220" y="671"/>
                        <a:pt x="274" y="675"/>
                      </a:cubicBezTo>
                      <a:cubicBezTo>
                        <a:pt x="280" y="676"/>
                        <a:pt x="285" y="676"/>
                        <a:pt x="290" y="676"/>
                      </a:cubicBezTo>
                      <a:cubicBezTo>
                        <a:pt x="310" y="676"/>
                        <a:pt x="330" y="673"/>
                        <a:pt x="348" y="667"/>
                      </a:cubicBezTo>
                      <a:cubicBezTo>
                        <a:pt x="545" y="606"/>
                        <a:pt x="754" y="574"/>
                        <a:pt x="971" y="574"/>
                      </a:cubicBezTo>
                      <a:cubicBezTo>
                        <a:pt x="1187" y="574"/>
                        <a:pt x="1396" y="606"/>
                        <a:pt x="1593" y="667"/>
                      </a:cubicBezTo>
                      <a:cubicBezTo>
                        <a:pt x="1611" y="673"/>
                        <a:pt x="1630" y="676"/>
                        <a:pt x="1649" y="676"/>
                      </a:cubicBezTo>
                      <a:cubicBezTo>
                        <a:pt x="1655" y="676"/>
                        <a:pt x="1661" y="675"/>
                        <a:pt x="1667" y="675"/>
                      </a:cubicBezTo>
                      <a:cubicBezTo>
                        <a:pt x="1722" y="670"/>
                        <a:pt x="1767" y="643"/>
                        <a:pt x="1786" y="603"/>
                      </a:cubicBezTo>
                      <a:lnTo>
                        <a:pt x="1933" y="317"/>
                      </a:lnTo>
                      <a:cubicBezTo>
                        <a:pt x="1952" y="277"/>
                        <a:pt x="1932" y="232"/>
                        <a:pt x="1886" y="209"/>
                      </a:cubicBezTo>
                      <a:cubicBezTo>
                        <a:pt x="1618" y="72"/>
                        <a:pt x="1301" y="0"/>
                        <a:pt x="970" y="0"/>
                      </a:cubicBezTo>
                      <a:moveTo>
                        <a:pt x="970" y="17"/>
                      </a:moveTo>
                      <a:cubicBezTo>
                        <a:pt x="1310" y="17"/>
                        <a:pt x="1623" y="94"/>
                        <a:pt x="1878" y="224"/>
                      </a:cubicBezTo>
                      <a:cubicBezTo>
                        <a:pt x="1916" y="244"/>
                        <a:pt x="1932" y="278"/>
                        <a:pt x="1917" y="309"/>
                      </a:cubicBezTo>
                      <a:lnTo>
                        <a:pt x="1770" y="596"/>
                      </a:lnTo>
                      <a:cubicBezTo>
                        <a:pt x="1753" y="631"/>
                        <a:pt x="1712" y="653"/>
                        <a:pt x="1665" y="657"/>
                      </a:cubicBezTo>
                      <a:cubicBezTo>
                        <a:pt x="1660" y="658"/>
                        <a:pt x="1655" y="658"/>
                        <a:pt x="1649" y="658"/>
                      </a:cubicBezTo>
                      <a:cubicBezTo>
                        <a:pt x="1632" y="658"/>
                        <a:pt x="1615" y="656"/>
                        <a:pt x="1598" y="650"/>
                      </a:cubicBezTo>
                      <a:cubicBezTo>
                        <a:pt x="1406" y="590"/>
                        <a:pt x="1194" y="557"/>
                        <a:pt x="971" y="557"/>
                      </a:cubicBezTo>
                      <a:cubicBezTo>
                        <a:pt x="747" y="557"/>
                        <a:pt x="535" y="590"/>
                        <a:pt x="343" y="650"/>
                      </a:cubicBezTo>
                      <a:cubicBezTo>
                        <a:pt x="326" y="656"/>
                        <a:pt x="308" y="658"/>
                        <a:pt x="290" y="658"/>
                      </a:cubicBezTo>
                      <a:cubicBezTo>
                        <a:pt x="286" y="658"/>
                        <a:pt x="281" y="658"/>
                        <a:pt x="276" y="658"/>
                      </a:cubicBezTo>
                      <a:cubicBezTo>
                        <a:pt x="229" y="654"/>
                        <a:pt x="187" y="631"/>
                        <a:pt x="171" y="596"/>
                      </a:cubicBezTo>
                      <a:lnTo>
                        <a:pt x="23" y="309"/>
                      </a:lnTo>
                      <a:cubicBezTo>
                        <a:pt x="9" y="278"/>
                        <a:pt x="25" y="244"/>
                        <a:pt x="63" y="224"/>
                      </a:cubicBezTo>
                      <a:cubicBezTo>
                        <a:pt x="318" y="94"/>
                        <a:pt x="631" y="17"/>
                        <a:pt x="97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8" name="Google Shape;768;p29"/>
                <p:cNvSpPr/>
                <p:nvPr/>
              </p:nvSpPr>
              <p:spPr>
                <a:xfrm>
                  <a:off x="6715080" y="2647800"/>
                  <a:ext cx="14616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6" h="392" extrusionOk="0">
                      <a:moveTo>
                        <a:pt x="309" y="0"/>
                      </a:moveTo>
                      <a:lnTo>
                        <a:pt x="309" y="0"/>
                      </a:lnTo>
                      <a:cubicBezTo>
                        <a:pt x="298" y="0"/>
                        <a:pt x="288" y="2"/>
                        <a:pt x="279" y="6"/>
                      </a:cubicBezTo>
                      <a:cubicBezTo>
                        <a:pt x="181" y="50"/>
                        <a:pt x="92" y="116"/>
                        <a:pt x="23" y="199"/>
                      </a:cubicBezTo>
                      <a:cubicBezTo>
                        <a:pt x="-11" y="239"/>
                        <a:pt x="-7" y="300"/>
                        <a:pt x="31" y="338"/>
                      </a:cubicBezTo>
                      <a:lnTo>
                        <a:pt x="65" y="372"/>
                      </a:lnTo>
                      <a:cubicBezTo>
                        <a:pt x="77" y="385"/>
                        <a:pt x="93" y="392"/>
                        <a:pt x="111" y="392"/>
                      </a:cubicBezTo>
                      <a:cubicBezTo>
                        <a:pt x="131" y="392"/>
                        <a:pt x="149" y="383"/>
                        <a:pt x="161" y="368"/>
                      </a:cubicBezTo>
                      <a:cubicBezTo>
                        <a:pt x="214" y="305"/>
                        <a:pt x="277" y="252"/>
                        <a:pt x="349" y="213"/>
                      </a:cubicBezTo>
                      <a:cubicBezTo>
                        <a:pt x="380" y="196"/>
                        <a:pt x="400" y="165"/>
                        <a:pt x="405" y="130"/>
                      </a:cubicBezTo>
                      <a:cubicBezTo>
                        <a:pt x="410" y="94"/>
                        <a:pt x="398" y="56"/>
                        <a:pt x="372" y="30"/>
                      </a:cubicBezTo>
                      <a:lnTo>
                        <a:pt x="365" y="23"/>
                      </a:lnTo>
                      <a:cubicBezTo>
                        <a:pt x="350" y="9"/>
                        <a:pt x="330" y="0"/>
                        <a:pt x="309" y="0"/>
                      </a:cubicBezTo>
                      <a:moveTo>
                        <a:pt x="309" y="18"/>
                      </a:moveTo>
                      <a:cubicBezTo>
                        <a:pt x="325" y="18"/>
                        <a:pt x="341" y="24"/>
                        <a:pt x="352" y="36"/>
                      </a:cubicBezTo>
                      <a:lnTo>
                        <a:pt x="360" y="43"/>
                      </a:lnTo>
                      <a:cubicBezTo>
                        <a:pt x="405" y="88"/>
                        <a:pt x="397" y="166"/>
                        <a:pt x="340" y="197"/>
                      </a:cubicBezTo>
                      <a:cubicBezTo>
                        <a:pt x="267" y="238"/>
                        <a:pt x="201" y="292"/>
                        <a:pt x="148" y="357"/>
                      </a:cubicBezTo>
                      <a:cubicBezTo>
                        <a:pt x="138" y="368"/>
                        <a:pt x="125" y="374"/>
                        <a:pt x="111" y="374"/>
                      </a:cubicBezTo>
                      <a:cubicBezTo>
                        <a:pt x="99" y="374"/>
                        <a:pt x="86" y="369"/>
                        <a:pt x="77" y="360"/>
                      </a:cubicBezTo>
                      <a:lnTo>
                        <a:pt x="43" y="326"/>
                      </a:lnTo>
                      <a:cubicBezTo>
                        <a:pt x="12" y="295"/>
                        <a:pt x="8" y="244"/>
                        <a:pt x="37" y="210"/>
                      </a:cubicBezTo>
                      <a:cubicBezTo>
                        <a:pt x="104" y="130"/>
                        <a:pt x="189" y="65"/>
                        <a:pt x="286" y="23"/>
                      </a:cubicBezTo>
                      <a:cubicBezTo>
                        <a:pt x="293" y="19"/>
                        <a:pt x="301" y="18"/>
                        <a:pt x="309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9" name="Google Shape;769;p29"/>
                <p:cNvSpPr/>
                <p:nvPr/>
              </p:nvSpPr>
              <p:spPr>
                <a:xfrm>
                  <a:off x="7400520" y="2647800"/>
                  <a:ext cx="146520" cy="14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7" h="392" extrusionOk="0">
                      <a:moveTo>
                        <a:pt x="98" y="0"/>
                      </a:moveTo>
                      <a:lnTo>
                        <a:pt x="98" y="0"/>
                      </a:lnTo>
                      <a:cubicBezTo>
                        <a:pt x="77" y="0"/>
                        <a:pt x="57" y="9"/>
                        <a:pt x="42" y="23"/>
                      </a:cubicBezTo>
                      <a:lnTo>
                        <a:pt x="34" y="30"/>
                      </a:lnTo>
                      <a:cubicBezTo>
                        <a:pt x="8" y="57"/>
                        <a:pt x="-4" y="94"/>
                        <a:pt x="1" y="130"/>
                      </a:cubicBezTo>
                      <a:cubicBezTo>
                        <a:pt x="6" y="166"/>
                        <a:pt x="27" y="196"/>
                        <a:pt x="57" y="213"/>
                      </a:cubicBezTo>
                      <a:cubicBezTo>
                        <a:pt x="130" y="252"/>
                        <a:pt x="193" y="305"/>
                        <a:pt x="245" y="368"/>
                      </a:cubicBezTo>
                      <a:cubicBezTo>
                        <a:pt x="257" y="383"/>
                        <a:pt x="276" y="392"/>
                        <a:pt x="295" y="392"/>
                      </a:cubicBezTo>
                      <a:cubicBezTo>
                        <a:pt x="313" y="392"/>
                        <a:pt x="330" y="385"/>
                        <a:pt x="342" y="372"/>
                      </a:cubicBezTo>
                      <a:lnTo>
                        <a:pt x="376" y="338"/>
                      </a:lnTo>
                      <a:cubicBezTo>
                        <a:pt x="414" y="300"/>
                        <a:pt x="417" y="239"/>
                        <a:pt x="383" y="199"/>
                      </a:cubicBezTo>
                      <a:cubicBezTo>
                        <a:pt x="314" y="116"/>
                        <a:pt x="226" y="50"/>
                        <a:pt x="128" y="6"/>
                      </a:cubicBezTo>
                      <a:cubicBezTo>
                        <a:pt x="118" y="2"/>
                        <a:pt x="108" y="0"/>
                        <a:pt x="98" y="0"/>
                      </a:cubicBezTo>
                      <a:moveTo>
                        <a:pt x="98" y="18"/>
                      </a:moveTo>
                      <a:cubicBezTo>
                        <a:pt x="106" y="18"/>
                        <a:pt x="113" y="19"/>
                        <a:pt x="121" y="23"/>
                      </a:cubicBezTo>
                      <a:cubicBezTo>
                        <a:pt x="218" y="65"/>
                        <a:pt x="303" y="130"/>
                        <a:pt x="370" y="210"/>
                      </a:cubicBezTo>
                      <a:cubicBezTo>
                        <a:pt x="398" y="244"/>
                        <a:pt x="395" y="295"/>
                        <a:pt x="363" y="326"/>
                      </a:cubicBezTo>
                      <a:lnTo>
                        <a:pt x="330" y="360"/>
                      </a:lnTo>
                      <a:cubicBezTo>
                        <a:pt x="320" y="369"/>
                        <a:pt x="308" y="374"/>
                        <a:pt x="295" y="374"/>
                      </a:cubicBezTo>
                      <a:cubicBezTo>
                        <a:pt x="282" y="374"/>
                        <a:pt x="268" y="368"/>
                        <a:pt x="259" y="357"/>
                      </a:cubicBezTo>
                      <a:cubicBezTo>
                        <a:pt x="205" y="292"/>
                        <a:pt x="140" y="238"/>
                        <a:pt x="66" y="197"/>
                      </a:cubicBezTo>
                      <a:cubicBezTo>
                        <a:pt x="10" y="166"/>
                        <a:pt x="2" y="88"/>
                        <a:pt x="47" y="43"/>
                      </a:cubicBezTo>
                      <a:lnTo>
                        <a:pt x="54" y="36"/>
                      </a:lnTo>
                      <a:cubicBezTo>
                        <a:pt x="66" y="24"/>
                        <a:pt x="82" y="18"/>
                        <a:pt x="98" y="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0" name="Google Shape;770;p29"/>
                <p:cNvSpPr/>
                <p:nvPr/>
              </p:nvSpPr>
              <p:spPr>
                <a:xfrm>
                  <a:off x="6869520" y="2975760"/>
                  <a:ext cx="255960" cy="76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1" h="2128" extrusionOk="0">
                      <a:moveTo>
                        <a:pt x="708" y="0"/>
                      </a:moveTo>
                      <a:lnTo>
                        <a:pt x="690" y="0"/>
                      </a:lnTo>
                      <a:cubicBezTo>
                        <a:pt x="477" y="0"/>
                        <a:pt x="270" y="37"/>
                        <a:pt x="77" y="111"/>
                      </a:cubicBezTo>
                      <a:cubicBezTo>
                        <a:pt x="62" y="116"/>
                        <a:pt x="47" y="119"/>
                        <a:pt x="32" y="119"/>
                      </a:cubicBezTo>
                      <a:cubicBezTo>
                        <a:pt x="28" y="119"/>
                        <a:pt x="23" y="119"/>
                        <a:pt x="19" y="118"/>
                      </a:cubicBezTo>
                      <a:lnTo>
                        <a:pt x="0" y="116"/>
                      </a:lnTo>
                      <a:lnTo>
                        <a:pt x="0" y="136"/>
                      </a:lnTo>
                      <a:lnTo>
                        <a:pt x="3" y="1966"/>
                      </a:lnTo>
                      <a:lnTo>
                        <a:pt x="3" y="1984"/>
                      </a:lnTo>
                      <a:lnTo>
                        <a:pt x="20" y="1984"/>
                      </a:lnTo>
                      <a:cubicBezTo>
                        <a:pt x="41" y="1984"/>
                        <a:pt x="62" y="1989"/>
                        <a:pt x="83" y="1998"/>
                      </a:cubicBezTo>
                      <a:cubicBezTo>
                        <a:pt x="278" y="2084"/>
                        <a:pt x="483" y="2128"/>
                        <a:pt x="693" y="2128"/>
                      </a:cubicBezTo>
                      <a:lnTo>
                        <a:pt x="711" y="2128"/>
                      </a:lnTo>
                      <a:lnTo>
                        <a:pt x="711" y="2110"/>
                      </a:lnTo>
                      <a:lnTo>
                        <a:pt x="708" y="17"/>
                      </a:lnTo>
                      <a:lnTo>
                        <a:pt x="708" y="0"/>
                      </a:lnTo>
                      <a:moveTo>
                        <a:pt x="690" y="17"/>
                      </a:moveTo>
                      <a:lnTo>
                        <a:pt x="693" y="2110"/>
                      </a:lnTo>
                      <a:cubicBezTo>
                        <a:pt x="480" y="2110"/>
                        <a:pt x="277" y="2065"/>
                        <a:pt x="90" y="1982"/>
                      </a:cubicBezTo>
                      <a:cubicBezTo>
                        <a:pt x="67" y="1972"/>
                        <a:pt x="44" y="1967"/>
                        <a:pt x="21" y="1967"/>
                      </a:cubicBezTo>
                      <a:lnTo>
                        <a:pt x="21" y="1966"/>
                      </a:lnTo>
                      <a:lnTo>
                        <a:pt x="18" y="136"/>
                      </a:lnTo>
                      <a:cubicBezTo>
                        <a:pt x="22" y="136"/>
                        <a:pt x="27" y="137"/>
                        <a:pt x="32" y="137"/>
                      </a:cubicBezTo>
                      <a:cubicBezTo>
                        <a:pt x="49" y="137"/>
                        <a:pt x="66" y="134"/>
                        <a:pt x="83" y="127"/>
                      </a:cubicBezTo>
                      <a:cubicBezTo>
                        <a:pt x="268" y="57"/>
                        <a:pt x="474" y="17"/>
                        <a:pt x="690" y="1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1" name="Google Shape;771;p29"/>
                <p:cNvSpPr/>
                <p:nvPr/>
              </p:nvSpPr>
              <p:spPr>
                <a:xfrm>
                  <a:off x="7136280" y="2975760"/>
                  <a:ext cx="257400" cy="7660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5" h="2128" extrusionOk="0">
                      <a:moveTo>
                        <a:pt x="18" y="0"/>
                      </a:moveTo>
                      <a:lnTo>
                        <a:pt x="0" y="0"/>
                      </a:lnTo>
                      <a:lnTo>
                        <a:pt x="0" y="17"/>
                      </a:lnTo>
                      <a:lnTo>
                        <a:pt x="3" y="2110"/>
                      </a:lnTo>
                      <a:lnTo>
                        <a:pt x="3" y="2128"/>
                      </a:lnTo>
                      <a:lnTo>
                        <a:pt x="21" y="2128"/>
                      </a:lnTo>
                      <a:cubicBezTo>
                        <a:pt x="232" y="2128"/>
                        <a:pt x="438" y="2084"/>
                        <a:pt x="634" y="1998"/>
                      </a:cubicBezTo>
                      <a:cubicBezTo>
                        <a:pt x="655" y="1989"/>
                        <a:pt x="676" y="1984"/>
                        <a:pt x="698" y="1984"/>
                      </a:cubicBezTo>
                      <a:lnTo>
                        <a:pt x="715" y="1984"/>
                      </a:lnTo>
                      <a:lnTo>
                        <a:pt x="715" y="1967"/>
                      </a:lnTo>
                      <a:lnTo>
                        <a:pt x="712" y="136"/>
                      </a:lnTo>
                      <a:lnTo>
                        <a:pt x="712" y="116"/>
                      </a:lnTo>
                      <a:lnTo>
                        <a:pt x="692" y="118"/>
                      </a:lnTo>
                      <a:cubicBezTo>
                        <a:pt x="688" y="119"/>
                        <a:pt x="683" y="119"/>
                        <a:pt x="678" y="119"/>
                      </a:cubicBezTo>
                      <a:cubicBezTo>
                        <a:pt x="664" y="119"/>
                        <a:pt x="649" y="116"/>
                        <a:pt x="635" y="111"/>
                      </a:cubicBezTo>
                      <a:cubicBezTo>
                        <a:pt x="439" y="37"/>
                        <a:pt x="232" y="0"/>
                        <a:pt x="18" y="0"/>
                      </a:cubicBezTo>
                      <a:moveTo>
                        <a:pt x="18" y="17"/>
                      </a:moveTo>
                      <a:cubicBezTo>
                        <a:pt x="235" y="17"/>
                        <a:pt x="442" y="57"/>
                        <a:pt x="629" y="127"/>
                      </a:cubicBezTo>
                      <a:cubicBezTo>
                        <a:pt x="645" y="134"/>
                        <a:pt x="662" y="137"/>
                        <a:pt x="678" y="137"/>
                      </a:cubicBezTo>
                      <a:cubicBezTo>
                        <a:pt x="684" y="137"/>
                        <a:pt x="689" y="136"/>
                        <a:pt x="694" y="136"/>
                      </a:cubicBezTo>
                      <a:lnTo>
                        <a:pt x="697" y="1966"/>
                      </a:lnTo>
                      <a:lnTo>
                        <a:pt x="697" y="1967"/>
                      </a:lnTo>
                      <a:cubicBezTo>
                        <a:pt x="674" y="1967"/>
                        <a:pt x="650" y="1972"/>
                        <a:pt x="627" y="1982"/>
                      </a:cubicBezTo>
                      <a:cubicBezTo>
                        <a:pt x="439" y="2065"/>
                        <a:pt x="235" y="2110"/>
                        <a:pt x="21" y="2110"/>
                      </a:cubicBezTo>
                      <a:lnTo>
                        <a:pt x="18" y="1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2" name="Google Shape;772;p29"/>
                <p:cNvSpPr/>
                <p:nvPr/>
              </p:nvSpPr>
              <p:spPr>
                <a:xfrm>
                  <a:off x="6571800" y="2576520"/>
                  <a:ext cx="1118520" cy="200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07" h="5570" extrusionOk="0">
                      <a:moveTo>
                        <a:pt x="2201" y="0"/>
                      </a:moveTo>
                      <a:lnTo>
                        <a:pt x="905" y="0"/>
                      </a:lnTo>
                      <a:cubicBezTo>
                        <a:pt x="483" y="0"/>
                        <a:pt x="139" y="344"/>
                        <a:pt x="139" y="767"/>
                      </a:cubicBezTo>
                      <a:lnTo>
                        <a:pt x="139" y="829"/>
                      </a:lnTo>
                      <a:cubicBezTo>
                        <a:pt x="60" y="840"/>
                        <a:pt x="0" y="906"/>
                        <a:pt x="0" y="988"/>
                      </a:cubicBezTo>
                      <a:lnTo>
                        <a:pt x="0" y="1461"/>
                      </a:lnTo>
                      <a:cubicBezTo>
                        <a:pt x="0" y="1542"/>
                        <a:pt x="60" y="1609"/>
                        <a:pt x="139" y="1620"/>
                      </a:cubicBezTo>
                      <a:lnTo>
                        <a:pt x="139" y="3906"/>
                      </a:lnTo>
                      <a:lnTo>
                        <a:pt x="139" y="4018"/>
                      </a:lnTo>
                      <a:cubicBezTo>
                        <a:pt x="60" y="4028"/>
                        <a:pt x="0" y="4095"/>
                        <a:pt x="0" y="4176"/>
                      </a:cubicBezTo>
                      <a:lnTo>
                        <a:pt x="0" y="4195"/>
                      </a:lnTo>
                      <a:lnTo>
                        <a:pt x="0" y="4649"/>
                      </a:lnTo>
                      <a:cubicBezTo>
                        <a:pt x="0" y="4731"/>
                        <a:pt x="60" y="4798"/>
                        <a:pt x="139" y="4808"/>
                      </a:cubicBezTo>
                      <a:cubicBezTo>
                        <a:pt x="141" y="5073"/>
                        <a:pt x="229" y="5323"/>
                        <a:pt x="394" y="5531"/>
                      </a:cubicBezTo>
                      <a:lnTo>
                        <a:pt x="425" y="5570"/>
                      </a:lnTo>
                      <a:lnTo>
                        <a:pt x="425" y="5520"/>
                      </a:lnTo>
                      <a:lnTo>
                        <a:pt x="425" y="3807"/>
                      </a:lnTo>
                      <a:lnTo>
                        <a:pt x="425" y="3802"/>
                      </a:lnTo>
                      <a:lnTo>
                        <a:pt x="423" y="3798"/>
                      </a:lnTo>
                      <a:cubicBezTo>
                        <a:pt x="406" y="3769"/>
                        <a:pt x="402" y="3735"/>
                        <a:pt x="412" y="3704"/>
                      </a:cubicBezTo>
                      <a:lnTo>
                        <a:pt x="567" y="3234"/>
                      </a:lnTo>
                      <a:cubicBezTo>
                        <a:pt x="596" y="3146"/>
                        <a:pt x="677" y="3087"/>
                        <a:pt x="770" y="3087"/>
                      </a:cubicBezTo>
                      <a:cubicBezTo>
                        <a:pt x="772" y="3087"/>
                        <a:pt x="774" y="3087"/>
                        <a:pt x="777" y="3087"/>
                      </a:cubicBezTo>
                      <a:lnTo>
                        <a:pt x="795" y="3088"/>
                      </a:lnTo>
                      <a:lnTo>
                        <a:pt x="795" y="3069"/>
                      </a:lnTo>
                      <a:lnTo>
                        <a:pt x="795" y="1238"/>
                      </a:lnTo>
                      <a:lnTo>
                        <a:pt x="795" y="1222"/>
                      </a:lnTo>
                      <a:lnTo>
                        <a:pt x="779" y="1220"/>
                      </a:lnTo>
                      <a:cubicBezTo>
                        <a:pt x="731" y="1216"/>
                        <a:pt x="692" y="1191"/>
                        <a:pt x="676" y="1155"/>
                      </a:cubicBezTo>
                      <a:lnTo>
                        <a:pt x="512" y="772"/>
                      </a:lnTo>
                      <a:cubicBezTo>
                        <a:pt x="499" y="743"/>
                        <a:pt x="514" y="711"/>
                        <a:pt x="548" y="692"/>
                      </a:cubicBezTo>
                      <a:cubicBezTo>
                        <a:pt x="842" y="529"/>
                        <a:pt x="1189" y="442"/>
                        <a:pt x="1553" y="442"/>
                      </a:cubicBezTo>
                      <a:cubicBezTo>
                        <a:pt x="1917" y="442"/>
                        <a:pt x="2265" y="529"/>
                        <a:pt x="2558" y="692"/>
                      </a:cubicBezTo>
                      <a:cubicBezTo>
                        <a:pt x="2593" y="711"/>
                        <a:pt x="2607" y="743"/>
                        <a:pt x="2594" y="772"/>
                      </a:cubicBezTo>
                      <a:lnTo>
                        <a:pt x="2430" y="1155"/>
                      </a:lnTo>
                      <a:cubicBezTo>
                        <a:pt x="2415" y="1191"/>
                        <a:pt x="2375" y="1215"/>
                        <a:pt x="2328" y="1220"/>
                      </a:cubicBezTo>
                      <a:lnTo>
                        <a:pt x="2312" y="1221"/>
                      </a:lnTo>
                      <a:lnTo>
                        <a:pt x="2312" y="1237"/>
                      </a:lnTo>
                      <a:lnTo>
                        <a:pt x="2312" y="3069"/>
                      </a:lnTo>
                      <a:lnTo>
                        <a:pt x="2312" y="3087"/>
                      </a:lnTo>
                      <a:lnTo>
                        <a:pt x="2330" y="3087"/>
                      </a:lnTo>
                      <a:cubicBezTo>
                        <a:pt x="2332" y="3087"/>
                        <a:pt x="2334" y="3087"/>
                        <a:pt x="2336" y="3087"/>
                      </a:cubicBezTo>
                      <a:cubicBezTo>
                        <a:pt x="2429" y="3087"/>
                        <a:pt x="2511" y="3146"/>
                        <a:pt x="2540" y="3234"/>
                      </a:cubicBezTo>
                      <a:lnTo>
                        <a:pt x="2694" y="3704"/>
                      </a:lnTo>
                      <a:cubicBezTo>
                        <a:pt x="2705" y="3735"/>
                        <a:pt x="2701" y="3769"/>
                        <a:pt x="2684" y="3798"/>
                      </a:cubicBezTo>
                      <a:lnTo>
                        <a:pt x="2681" y="3802"/>
                      </a:lnTo>
                      <a:lnTo>
                        <a:pt x="2681" y="3807"/>
                      </a:lnTo>
                      <a:lnTo>
                        <a:pt x="2681" y="5520"/>
                      </a:lnTo>
                      <a:lnTo>
                        <a:pt x="2681" y="5527"/>
                      </a:lnTo>
                      <a:lnTo>
                        <a:pt x="2686" y="5532"/>
                      </a:lnTo>
                      <a:lnTo>
                        <a:pt x="2700" y="5546"/>
                      </a:lnTo>
                      <a:lnTo>
                        <a:pt x="2713" y="5531"/>
                      </a:lnTo>
                      <a:cubicBezTo>
                        <a:pt x="2876" y="5327"/>
                        <a:pt x="2966" y="5070"/>
                        <a:pt x="2968" y="4808"/>
                      </a:cubicBezTo>
                      <a:cubicBezTo>
                        <a:pt x="3046" y="4798"/>
                        <a:pt x="3107" y="4730"/>
                        <a:pt x="3107" y="4649"/>
                      </a:cubicBezTo>
                      <a:lnTo>
                        <a:pt x="3107" y="4195"/>
                      </a:lnTo>
                      <a:lnTo>
                        <a:pt x="3107" y="4176"/>
                      </a:lnTo>
                      <a:cubicBezTo>
                        <a:pt x="3107" y="4096"/>
                        <a:pt x="3046" y="4028"/>
                        <a:pt x="2968" y="4018"/>
                      </a:cubicBezTo>
                      <a:lnTo>
                        <a:pt x="2968" y="3906"/>
                      </a:lnTo>
                      <a:lnTo>
                        <a:pt x="2968" y="1620"/>
                      </a:lnTo>
                      <a:cubicBezTo>
                        <a:pt x="3047" y="1609"/>
                        <a:pt x="3107" y="1542"/>
                        <a:pt x="3107" y="1461"/>
                      </a:cubicBezTo>
                      <a:lnTo>
                        <a:pt x="3107" y="988"/>
                      </a:lnTo>
                      <a:cubicBezTo>
                        <a:pt x="3107" y="906"/>
                        <a:pt x="3047" y="840"/>
                        <a:pt x="2968" y="829"/>
                      </a:cubicBezTo>
                      <a:lnTo>
                        <a:pt x="2968" y="767"/>
                      </a:lnTo>
                      <a:cubicBezTo>
                        <a:pt x="2968" y="344"/>
                        <a:pt x="2624" y="0"/>
                        <a:pt x="2201" y="0"/>
                      </a:cubicBezTo>
                      <a:moveTo>
                        <a:pt x="2201" y="18"/>
                      </a:moveTo>
                      <a:cubicBezTo>
                        <a:pt x="2615" y="18"/>
                        <a:pt x="2950" y="353"/>
                        <a:pt x="2950" y="767"/>
                      </a:cubicBezTo>
                      <a:lnTo>
                        <a:pt x="2950" y="845"/>
                      </a:lnTo>
                      <a:cubicBezTo>
                        <a:pt x="3027" y="848"/>
                        <a:pt x="3089" y="910"/>
                        <a:pt x="3089" y="988"/>
                      </a:cubicBezTo>
                      <a:lnTo>
                        <a:pt x="3089" y="1461"/>
                      </a:lnTo>
                      <a:cubicBezTo>
                        <a:pt x="3089" y="1539"/>
                        <a:pt x="3027" y="1601"/>
                        <a:pt x="2950" y="1603"/>
                      </a:cubicBezTo>
                      <a:lnTo>
                        <a:pt x="2950" y="3906"/>
                      </a:lnTo>
                      <a:lnTo>
                        <a:pt x="2950" y="4034"/>
                      </a:lnTo>
                      <a:cubicBezTo>
                        <a:pt x="3027" y="4036"/>
                        <a:pt x="3089" y="4099"/>
                        <a:pt x="3089" y="4176"/>
                      </a:cubicBezTo>
                      <a:lnTo>
                        <a:pt x="3089" y="4195"/>
                      </a:lnTo>
                      <a:lnTo>
                        <a:pt x="3089" y="4649"/>
                      </a:lnTo>
                      <a:cubicBezTo>
                        <a:pt x="3089" y="4727"/>
                        <a:pt x="3027" y="4790"/>
                        <a:pt x="2950" y="4792"/>
                      </a:cubicBezTo>
                      <a:lnTo>
                        <a:pt x="2950" y="4802"/>
                      </a:lnTo>
                      <a:cubicBezTo>
                        <a:pt x="2950" y="5073"/>
                        <a:pt x="2856" y="5323"/>
                        <a:pt x="2699" y="5520"/>
                      </a:cubicBezTo>
                      <a:lnTo>
                        <a:pt x="2699" y="5520"/>
                      </a:lnTo>
                      <a:lnTo>
                        <a:pt x="2699" y="3807"/>
                      </a:lnTo>
                      <a:cubicBezTo>
                        <a:pt x="2718" y="3775"/>
                        <a:pt x="2723" y="3736"/>
                        <a:pt x="2711" y="3699"/>
                      </a:cubicBezTo>
                      <a:lnTo>
                        <a:pt x="2556" y="3228"/>
                      </a:lnTo>
                      <a:cubicBezTo>
                        <a:pt x="2524" y="3130"/>
                        <a:pt x="2433" y="3069"/>
                        <a:pt x="2336" y="3069"/>
                      </a:cubicBezTo>
                      <a:cubicBezTo>
                        <a:pt x="2334" y="3069"/>
                        <a:pt x="2332" y="3069"/>
                        <a:pt x="2329" y="3069"/>
                      </a:cubicBezTo>
                      <a:lnTo>
                        <a:pt x="2329" y="3069"/>
                      </a:lnTo>
                      <a:lnTo>
                        <a:pt x="2329" y="1237"/>
                      </a:lnTo>
                      <a:cubicBezTo>
                        <a:pt x="2382" y="1233"/>
                        <a:pt x="2428" y="1205"/>
                        <a:pt x="2446" y="1162"/>
                      </a:cubicBezTo>
                      <a:lnTo>
                        <a:pt x="2611" y="779"/>
                      </a:lnTo>
                      <a:cubicBezTo>
                        <a:pt x="2627" y="741"/>
                        <a:pt x="2609" y="700"/>
                        <a:pt x="2567" y="676"/>
                      </a:cubicBezTo>
                      <a:cubicBezTo>
                        <a:pt x="2282" y="518"/>
                        <a:pt x="1932" y="425"/>
                        <a:pt x="1553" y="425"/>
                      </a:cubicBezTo>
                      <a:cubicBezTo>
                        <a:pt x="1174" y="425"/>
                        <a:pt x="824" y="518"/>
                        <a:pt x="540" y="676"/>
                      </a:cubicBezTo>
                      <a:cubicBezTo>
                        <a:pt x="498" y="700"/>
                        <a:pt x="479" y="741"/>
                        <a:pt x="496" y="779"/>
                      </a:cubicBezTo>
                      <a:lnTo>
                        <a:pt x="660" y="1162"/>
                      </a:lnTo>
                      <a:cubicBezTo>
                        <a:pt x="679" y="1205"/>
                        <a:pt x="725" y="1233"/>
                        <a:pt x="777" y="1238"/>
                      </a:cubicBezTo>
                      <a:lnTo>
                        <a:pt x="777" y="3069"/>
                      </a:lnTo>
                      <a:lnTo>
                        <a:pt x="777" y="3069"/>
                      </a:lnTo>
                      <a:cubicBezTo>
                        <a:pt x="775" y="3069"/>
                        <a:pt x="772" y="3069"/>
                        <a:pt x="770" y="3069"/>
                      </a:cubicBezTo>
                      <a:cubicBezTo>
                        <a:pt x="673" y="3069"/>
                        <a:pt x="582" y="3130"/>
                        <a:pt x="550" y="3228"/>
                      </a:cubicBezTo>
                      <a:lnTo>
                        <a:pt x="395" y="3699"/>
                      </a:lnTo>
                      <a:cubicBezTo>
                        <a:pt x="383" y="3736"/>
                        <a:pt x="388" y="3775"/>
                        <a:pt x="408" y="3807"/>
                      </a:cubicBezTo>
                      <a:lnTo>
                        <a:pt x="408" y="5520"/>
                      </a:lnTo>
                      <a:cubicBezTo>
                        <a:pt x="251" y="5323"/>
                        <a:pt x="157" y="5073"/>
                        <a:pt x="157" y="4802"/>
                      </a:cubicBezTo>
                      <a:lnTo>
                        <a:pt x="157" y="4792"/>
                      </a:lnTo>
                      <a:cubicBezTo>
                        <a:pt x="80" y="4790"/>
                        <a:pt x="18" y="4727"/>
                        <a:pt x="18" y="4649"/>
                      </a:cubicBezTo>
                      <a:lnTo>
                        <a:pt x="18" y="4195"/>
                      </a:lnTo>
                      <a:lnTo>
                        <a:pt x="18" y="4176"/>
                      </a:lnTo>
                      <a:cubicBezTo>
                        <a:pt x="18" y="4099"/>
                        <a:pt x="80" y="4036"/>
                        <a:pt x="157" y="4034"/>
                      </a:cubicBezTo>
                      <a:lnTo>
                        <a:pt x="157" y="3906"/>
                      </a:lnTo>
                      <a:lnTo>
                        <a:pt x="157" y="1603"/>
                      </a:lnTo>
                      <a:cubicBezTo>
                        <a:pt x="80" y="1601"/>
                        <a:pt x="18" y="1539"/>
                        <a:pt x="18" y="1461"/>
                      </a:cubicBezTo>
                      <a:lnTo>
                        <a:pt x="18" y="988"/>
                      </a:lnTo>
                      <a:cubicBezTo>
                        <a:pt x="18" y="910"/>
                        <a:pt x="80" y="848"/>
                        <a:pt x="157" y="845"/>
                      </a:cubicBezTo>
                      <a:lnTo>
                        <a:pt x="157" y="767"/>
                      </a:lnTo>
                      <a:cubicBezTo>
                        <a:pt x="157" y="353"/>
                        <a:pt x="492" y="18"/>
                        <a:pt x="905" y="18"/>
                      </a:cubicBezTo>
                      <a:lnTo>
                        <a:pt x="2201" y="1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3" name="Google Shape;773;p29"/>
                <p:cNvSpPr/>
                <p:nvPr/>
              </p:nvSpPr>
              <p:spPr>
                <a:xfrm>
                  <a:off x="6739920" y="3962160"/>
                  <a:ext cx="385560" cy="77112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" h="2142" extrusionOk="0">
                      <a:moveTo>
                        <a:pt x="528" y="1905"/>
                      </a:moveTo>
                      <a:cubicBezTo>
                        <a:pt x="518" y="1905"/>
                        <a:pt x="509" y="1903"/>
                        <a:pt x="501" y="1900"/>
                      </a:cubicBezTo>
                      <a:cubicBezTo>
                        <a:pt x="378" y="1848"/>
                        <a:pt x="270" y="1770"/>
                        <a:pt x="177" y="1668"/>
                      </a:cubicBezTo>
                      <a:cubicBezTo>
                        <a:pt x="129" y="1615"/>
                        <a:pt x="101" y="1541"/>
                        <a:pt x="101" y="1465"/>
                      </a:cubicBezTo>
                      <a:lnTo>
                        <a:pt x="101" y="1405"/>
                      </a:lnTo>
                      <a:cubicBezTo>
                        <a:pt x="101" y="1366"/>
                        <a:pt x="130" y="1344"/>
                        <a:pt x="158" y="1344"/>
                      </a:cubicBezTo>
                      <a:cubicBezTo>
                        <a:pt x="168" y="1344"/>
                        <a:pt x="183" y="1347"/>
                        <a:pt x="197" y="1361"/>
                      </a:cubicBezTo>
                      <a:lnTo>
                        <a:pt x="580" y="1767"/>
                      </a:lnTo>
                      <a:cubicBezTo>
                        <a:pt x="594" y="1782"/>
                        <a:pt x="602" y="1803"/>
                        <a:pt x="602" y="1824"/>
                      </a:cubicBezTo>
                      <a:cubicBezTo>
                        <a:pt x="602" y="1869"/>
                        <a:pt x="569" y="1905"/>
                        <a:pt x="528" y="1905"/>
                      </a:cubicBezTo>
                      <a:moveTo>
                        <a:pt x="0" y="0"/>
                      </a:moveTo>
                      <a:lnTo>
                        <a:pt x="0" y="67"/>
                      </a:lnTo>
                      <a:lnTo>
                        <a:pt x="0" y="1708"/>
                      </a:lnTo>
                      <a:lnTo>
                        <a:pt x="0" y="1714"/>
                      </a:lnTo>
                      <a:lnTo>
                        <a:pt x="3" y="1718"/>
                      </a:lnTo>
                      <a:cubicBezTo>
                        <a:pt x="206" y="1988"/>
                        <a:pt x="508" y="2142"/>
                        <a:pt x="833" y="2142"/>
                      </a:cubicBezTo>
                      <a:lnTo>
                        <a:pt x="1054" y="2142"/>
                      </a:lnTo>
                      <a:lnTo>
                        <a:pt x="1071" y="2142"/>
                      </a:lnTo>
                      <a:lnTo>
                        <a:pt x="1071" y="2125"/>
                      </a:lnTo>
                      <a:lnTo>
                        <a:pt x="1071" y="2008"/>
                      </a:lnTo>
                      <a:lnTo>
                        <a:pt x="1071" y="1991"/>
                      </a:lnTo>
                      <a:lnTo>
                        <a:pt x="1054" y="1991"/>
                      </a:lnTo>
                      <a:lnTo>
                        <a:pt x="769" y="1991"/>
                      </a:lnTo>
                      <a:cubicBezTo>
                        <a:pt x="761" y="1991"/>
                        <a:pt x="754" y="1983"/>
                        <a:pt x="754" y="1973"/>
                      </a:cubicBezTo>
                      <a:cubicBezTo>
                        <a:pt x="754" y="1964"/>
                        <a:pt x="761" y="1956"/>
                        <a:pt x="769" y="1956"/>
                      </a:cubicBezTo>
                      <a:lnTo>
                        <a:pt x="1054" y="1956"/>
                      </a:lnTo>
                      <a:lnTo>
                        <a:pt x="1071" y="1956"/>
                      </a:lnTo>
                      <a:lnTo>
                        <a:pt x="1071" y="1938"/>
                      </a:lnTo>
                      <a:lnTo>
                        <a:pt x="1071" y="1886"/>
                      </a:lnTo>
                      <a:lnTo>
                        <a:pt x="1071" y="1868"/>
                      </a:lnTo>
                      <a:lnTo>
                        <a:pt x="1054" y="1868"/>
                      </a:lnTo>
                      <a:lnTo>
                        <a:pt x="769" y="1868"/>
                      </a:lnTo>
                      <a:cubicBezTo>
                        <a:pt x="761" y="1868"/>
                        <a:pt x="754" y="1860"/>
                        <a:pt x="754" y="1851"/>
                      </a:cubicBezTo>
                      <a:cubicBezTo>
                        <a:pt x="754" y="1842"/>
                        <a:pt x="761" y="1834"/>
                        <a:pt x="769" y="1834"/>
                      </a:cubicBezTo>
                      <a:lnTo>
                        <a:pt x="1054" y="1834"/>
                      </a:lnTo>
                      <a:lnTo>
                        <a:pt x="1071" y="1834"/>
                      </a:lnTo>
                      <a:lnTo>
                        <a:pt x="1071" y="1816"/>
                      </a:lnTo>
                      <a:lnTo>
                        <a:pt x="1071" y="1764"/>
                      </a:lnTo>
                      <a:lnTo>
                        <a:pt x="1071" y="1746"/>
                      </a:lnTo>
                      <a:lnTo>
                        <a:pt x="1054" y="1746"/>
                      </a:lnTo>
                      <a:lnTo>
                        <a:pt x="769" y="1746"/>
                      </a:lnTo>
                      <a:cubicBezTo>
                        <a:pt x="761" y="1746"/>
                        <a:pt x="754" y="1738"/>
                        <a:pt x="754" y="1729"/>
                      </a:cubicBezTo>
                      <a:cubicBezTo>
                        <a:pt x="754" y="1719"/>
                        <a:pt x="761" y="1711"/>
                        <a:pt x="769" y="1711"/>
                      </a:cubicBezTo>
                      <a:lnTo>
                        <a:pt x="1054" y="1711"/>
                      </a:lnTo>
                      <a:lnTo>
                        <a:pt x="1071" y="1711"/>
                      </a:lnTo>
                      <a:lnTo>
                        <a:pt x="1071" y="1694"/>
                      </a:lnTo>
                      <a:lnTo>
                        <a:pt x="1071" y="449"/>
                      </a:lnTo>
                      <a:lnTo>
                        <a:pt x="1071" y="432"/>
                      </a:lnTo>
                      <a:lnTo>
                        <a:pt x="1054" y="432"/>
                      </a:lnTo>
                      <a:cubicBezTo>
                        <a:pt x="694" y="432"/>
                        <a:pt x="350" y="313"/>
                        <a:pt x="60" y="90"/>
                      </a:cubicBezTo>
                      <a:cubicBezTo>
                        <a:pt x="49" y="81"/>
                        <a:pt x="40" y="71"/>
                        <a:pt x="33" y="58"/>
                      </a:cubicBezTo>
                      <a:lnTo>
                        <a:pt x="0" y="0"/>
                      </a:lnTo>
                      <a:moveTo>
                        <a:pt x="528" y="1923"/>
                      </a:moveTo>
                      <a:cubicBezTo>
                        <a:pt x="576" y="1923"/>
                        <a:pt x="620" y="1880"/>
                        <a:pt x="620" y="1824"/>
                      </a:cubicBezTo>
                      <a:cubicBezTo>
                        <a:pt x="620" y="1798"/>
                        <a:pt x="610" y="1773"/>
                        <a:pt x="593" y="1755"/>
                      </a:cubicBezTo>
                      <a:lnTo>
                        <a:pt x="210" y="1349"/>
                      </a:lnTo>
                      <a:cubicBezTo>
                        <a:pt x="195" y="1333"/>
                        <a:pt x="176" y="1326"/>
                        <a:pt x="158" y="1326"/>
                      </a:cubicBezTo>
                      <a:cubicBezTo>
                        <a:pt x="120" y="1326"/>
                        <a:pt x="83" y="1357"/>
                        <a:pt x="83" y="1405"/>
                      </a:cubicBezTo>
                      <a:lnTo>
                        <a:pt x="83" y="1465"/>
                      </a:lnTo>
                      <a:cubicBezTo>
                        <a:pt x="83" y="1545"/>
                        <a:pt x="112" y="1623"/>
                        <a:pt x="164" y="1680"/>
                      </a:cubicBezTo>
                      <a:cubicBezTo>
                        <a:pt x="257" y="1782"/>
                        <a:pt x="369" y="1862"/>
                        <a:pt x="494" y="1916"/>
                      </a:cubicBezTo>
                      <a:cubicBezTo>
                        <a:pt x="505" y="1921"/>
                        <a:pt x="516" y="1923"/>
                        <a:pt x="528" y="1923"/>
                      </a:cubicBezTo>
                      <a:moveTo>
                        <a:pt x="17" y="67"/>
                      </a:moveTo>
                      <a:cubicBezTo>
                        <a:pt x="25" y="81"/>
                        <a:pt x="36" y="93"/>
                        <a:pt x="49" y="104"/>
                      </a:cubicBezTo>
                      <a:cubicBezTo>
                        <a:pt x="331" y="321"/>
                        <a:pt x="678" y="449"/>
                        <a:pt x="1054" y="449"/>
                      </a:cubicBezTo>
                      <a:lnTo>
                        <a:pt x="1054" y="1694"/>
                      </a:lnTo>
                      <a:lnTo>
                        <a:pt x="769" y="1694"/>
                      </a:lnTo>
                      <a:cubicBezTo>
                        <a:pt x="751" y="1694"/>
                        <a:pt x="737" y="1709"/>
                        <a:pt x="737" y="1729"/>
                      </a:cubicBezTo>
                      <a:cubicBezTo>
                        <a:pt x="737" y="1748"/>
                        <a:pt x="751" y="1764"/>
                        <a:pt x="769" y="1764"/>
                      </a:cubicBezTo>
                      <a:lnTo>
                        <a:pt x="1054" y="1764"/>
                      </a:lnTo>
                      <a:lnTo>
                        <a:pt x="1054" y="1816"/>
                      </a:lnTo>
                      <a:lnTo>
                        <a:pt x="769" y="1816"/>
                      </a:lnTo>
                      <a:cubicBezTo>
                        <a:pt x="751" y="1816"/>
                        <a:pt x="737" y="1832"/>
                        <a:pt x="737" y="1851"/>
                      </a:cubicBezTo>
                      <a:cubicBezTo>
                        <a:pt x="737" y="1870"/>
                        <a:pt x="751" y="1886"/>
                        <a:pt x="769" y="1886"/>
                      </a:cubicBezTo>
                      <a:lnTo>
                        <a:pt x="1054" y="1886"/>
                      </a:lnTo>
                      <a:lnTo>
                        <a:pt x="1054" y="1938"/>
                      </a:lnTo>
                      <a:lnTo>
                        <a:pt x="769" y="1938"/>
                      </a:lnTo>
                      <a:cubicBezTo>
                        <a:pt x="751" y="1938"/>
                        <a:pt x="737" y="1954"/>
                        <a:pt x="737" y="1973"/>
                      </a:cubicBezTo>
                      <a:cubicBezTo>
                        <a:pt x="737" y="1992"/>
                        <a:pt x="751" y="2008"/>
                        <a:pt x="769" y="2008"/>
                      </a:cubicBezTo>
                      <a:lnTo>
                        <a:pt x="1054" y="2008"/>
                      </a:lnTo>
                      <a:lnTo>
                        <a:pt x="1054" y="2125"/>
                      </a:lnTo>
                      <a:lnTo>
                        <a:pt x="833" y="2125"/>
                      </a:lnTo>
                      <a:cubicBezTo>
                        <a:pt x="503" y="2125"/>
                        <a:pt x="208" y="1962"/>
                        <a:pt x="17" y="1708"/>
                      </a:cubicBezTo>
                      <a:lnTo>
                        <a:pt x="17" y="6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4" name="Google Shape;774;p29"/>
                <p:cNvSpPr/>
                <p:nvPr/>
              </p:nvSpPr>
              <p:spPr>
                <a:xfrm>
                  <a:off x="7134840" y="3962520"/>
                  <a:ext cx="390960" cy="7707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" h="2141" extrusionOk="0">
                      <a:moveTo>
                        <a:pt x="548" y="1904"/>
                      </a:moveTo>
                      <a:cubicBezTo>
                        <a:pt x="506" y="1904"/>
                        <a:pt x="473" y="1868"/>
                        <a:pt x="473" y="1823"/>
                      </a:cubicBezTo>
                      <a:cubicBezTo>
                        <a:pt x="473" y="1802"/>
                        <a:pt x="481" y="1781"/>
                        <a:pt x="495" y="1766"/>
                      </a:cubicBezTo>
                      <a:lnTo>
                        <a:pt x="882" y="1360"/>
                      </a:lnTo>
                      <a:cubicBezTo>
                        <a:pt x="896" y="1346"/>
                        <a:pt x="911" y="1343"/>
                        <a:pt x="921" y="1343"/>
                      </a:cubicBezTo>
                      <a:cubicBezTo>
                        <a:pt x="950" y="1343"/>
                        <a:pt x="979" y="1365"/>
                        <a:pt x="979" y="1404"/>
                      </a:cubicBezTo>
                      <a:lnTo>
                        <a:pt x="979" y="1464"/>
                      </a:lnTo>
                      <a:cubicBezTo>
                        <a:pt x="979" y="1541"/>
                        <a:pt x="951" y="1614"/>
                        <a:pt x="902" y="1667"/>
                      </a:cubicBezTo>
                      <a:cubicBezTo>
                        <a:pt x="810" y="1767"/>
                        <a:pt x="697" y="1847"/>
                        <a:pt x="576" y="1899"/>
                      </a:cubicBezTo>
                      <a:cubicBezTo>
                        <a:pt x="567" y="1902"/>
                        <a:pt x="557" y="1904"/>
                        <a:pt x="548" y="1904"/>
                      </a:cubicBezTo>
                      <a:moveTo>
                        <a:pt x="1080" y="0"/>
                      </a:moveTo>
                      <a:lnTo>
                        <a:pt x="1047" y="57"/>
                      </a:lnTo>
                      <a:cubicBezTo>
                        <a:pt x="1040" y="70"/>
                        <a:pt x="1031" y="80"/>
                        <a:pt x="1020" y="89"/>
                      </a:cubicBezTo>
                      <a:cubicBezTo>
                        <a:pt x="727" y="312"/>
                        <a:pt x="380" y="431"/>
                        <a:pt x="18" y="431"/>
                      </a:cubicBezTo>
                      <a:lnTo>
                        <a:pt x="0" y="431"/>
                      </a:lnTo>
                      <a:lnTo>
                        <a:pt x="0" y="448"/>
                      </a:lnTo>
                      <a:lnTo>
                        <a:pt x="0" y="1693"/>
                      </a:lnTo>
                      <a:lnTo>
                        <a:pt x="0" y="1710"/>
                      </a:lnTo>
                      <a:lnTo>
                        <a:pt x="18" y="1710"/>
                      </a:lnTo>
                      <a:lnTo>
                        <a:pt x="304" y="1710"/>
                      </a:lnTo>
                      <a:cubicBezTo>
                        <a:pt x="313" y="1710"/>
                        <a:pt x="320" y="1718"/>
                        <a:pt x="320" y="1728"/>
                      </a:cubicBezTo>
                      <a:cubicBezTo>
                        <a:pt x="320" y="1737"/>
                        <a:pt x="313" y="1745"/>
                        <a:pt x="304" y="1745"/>
                      </a:cubicBezTo>
                      <a:lnTo>
                        <a:pt x="18" y="1745"/>
                      </a:lnTo>
                      <a:lnTo>
                        <a:pt x="0" y="1745"/>
                      </a:lnTo>
                      <a:lnTo>
                        <a:pt x="0" y="1763"/>
                      </a:lnTo>
                      <a:lnTo>
                        <a:pt x="0" y="1815"/>
                      </a:lnTo>
                      <a:lnTo>
                        <a:pt x="0" y="1833"/>
                      </a:lnTo>
                      <a:lnTo>
                        <a:pt x="18" y="1833"/>
                      </a:lnTo>
                      <a:lnTo>
                        <a:pt x="304" y="1833"/>
                      </a:lnTo>
                      <a:cubicBezTo>
                        <a:pt x="313" y="1833"/>
                        <a:pt x="320" y="1841"/>
                        <a:pt x="320" y="1850"/>
                      </a:cubicBezTo>
                      <a:cubicBezTo>
                        <a:pt x="320" y="1859"/>
                        <a:pt x="313" y="1867"/>
                        <a:pt x="304" y="1867"/>
                      </a:cubicBezTo>
                      <a:lnTo>
                        <a:pt x="18" y="1867"/>
                      </a:lnTo>
                      <a:lnTo>
                        <a:pt x="0" y="1867"/>
                      </a:lnTo>
                      <a:lnTo>
                        <a:pt x="0" y="1885"/>
                      </a:lnTo>
                      <a:lnTo>
                        <a:pt x="0" y="1937"/>
                      </a:lnTo>
                      <a:lnTo>
                        <a:pt x="0" y="1955"/>
                      </a:lnTo>
                      <a:lnTo>
                        <a:pt x="18" y="1955"/>
                      </a:lnTo>
                      <a:lnTo>
                        <a:pt x="304" y="1955"/>
                      </a:lnTo>
                      <a:cubicBezTo>
                        <a:pt x="313" y="1955"/>
                        <a:pt x="320" y="1963"/>
                        <a:pt x="320" y="1972"/>
                      </a:cubicBezTo>
                      <a:cubicBezTo>
                        <a:pt x="320" y="1982"/>
                        <a:pt x="313" y="1990"/>
                        <a:pt x="304" y="1990"/>
                      </a:cubicBezTo>
                      <a:lnTo>
                        <a:pt x="18" y="1990"/>
                      </a:lnTo>
                      <a:lnTo>
                        <a:pt x="0" y="1990"/>
                      </a:lnTo>
                      <a:lnTo>
                        <a:pt x="0" y="2007"/>
                      </a:lnTo>
                      <a:lnTo>
                        <a:pt x="0" y="2124"/>
                      </a:lnTo>
                      <a:lnTo>
                        <a:pt x="0" y="2141"/>
                      </a:lnTo>
                      <a:lnTo>
                        <a:pt x="18" y="2141"/>
                      </a:lnTo>
                      <a:lnTo>
                        <a:pt x="240" y="2141"/>
                      </a:lnTo>
                      <a:cubicBezTo>
                        <a:pt x="567" y="2141"/>
                        <a:pt x="873" y="1987"/>
                        <a:pt x="1077" y="1718"/>
                      </a:cubicBezTo>
                      <a:lnTo>
                        <a:pt x="1086" y="1706"/>
                      </a:lnTo>
                      <a:lnTo>
                        <a:pt x="1080" y="1700"/>
                      </a:lnTo>
                      <a:lnTo>
                        <a:pt x="1080" y="66"/>
                      </a:lnTo>
                      <a:lnTo>
                        <a:pt x="1080" y="0"/>
                      </a:lnTo>
                      <a:moveTo>
                        <a:pt x="548" y="1922"/>
                      </a:moveTo>
                      <a:cubicBezTo>
                        <a:pt x="559" y="1922"/>
                        <a:pt x="571" y="1920"/>
                        <a:pt x="582" y="1915"/>
                      </a:cubicBezTo>
                      <a:cubicBezTo>
                        <a:pt x="709" y="1861"/>
                        <a:pt x="822" y="1781"/>
                        <a:pt x="915" y="1679"/>
                      </a:cubicBezTo>
                      <a:cubicBezTo>
                        <a:pt x="968" y="1622"/>
                        <a:pt x="996" y="1544"/>
                        <a:pt x="996" y="1464"/>
                      </a:cubicBezTo>
                      <a:lnTo>
                        <a:pt x="996" y="1404"/>
                      </a:lnTo>
                      <a:cubicBezTo>
                        <a:pt x="996" y="1356"/>
                        <a:pt x="960" y="1325"/>
                        <a:pt x="921" y="1325"/>
                      </a:cubicBezTo>
                      <a:cubicBezTo>
                        <a:pt x="903" y="1325"/>
                        <a:pt x="884" y="1332"/>
                        <a:pt x="869" y="1348"/>
                      </a:cubicBezTo>
                      <a:lnTo>
                        <a:pt x="482" y="1754"/>
                      </a:lnTo>
                      <a:cubicBezTo>
                        <a:pt x="465" y="1772"/>
                        <a:pt x="455" y="1797"/>
                        <a:pt x="455" y="1823"/>
                      </a:cubicBezTo>
                      <a:cubicBezTo>
                        <a:pt x="455" y="1879"/>
                        <a:pt x="499" y="1922"/>
                        <a:pt x="548" y="1922"/>
                      </a:cubicBezTo>
                      <a:moveTo>
                        <a:pt x="1063" y="66"/>
                      </a:moveTo>
                      <a:lnTo>
                        <a:pt x="1063" y="1707"/>
                      </a:lnTo>
                      <a:lnTo>
                        <a:pt x="1063" y="1707"/>
                      </a:lnTo>
                      <a:cubicBezTo>
                        <a:pt x="870" y="1961"/>
                        <a:pt x="573" y="2124"/>
                        <a:pt x="240" y="2124"/>
                      </a:cubicBezTo>
                      <a:lnTo>
                        <a:pt x="18" y="2124"/>
                      </a:lnTo>
                      <a:lnTo>
                        <a:pt x="18" y="2007"/>
                      </a:lnTo>
                      <a:lnTo>
                        <a:pt x="304" y="2007"/>
                      </a:lnTo>
                      <a:cubicBezTo>
                        <a:pt x="322" y="2007"/>
                        <a:pt x="337" y="1991"/>
                        <a:pt x="337" y="1972"/>
                      </a:cubicBezTo>
                      <a:cubicBezTo>
                        <a:pt x="337" y="1953"/>
                        <a:pt x="322" y="1937"/>
                        <a:pt x="304" y="1937"/>
                      </a:cubicBezTo>
                      <a:lnTo>
                        <a:pt x="18" y="1937"/>
                      </a:lnTo>
                      <a:lnTo>
                        <a:pt x="18" y="1885"/>
                      </a:lnTo>
                      <a:lnTo>
                        <a:pt x="304" y="1885"/>
                      </a:lnTo>
                      <a:cubicBezTo>
                        <a:pt x="322" y="1885"/>
                        <a:pt x="337" y="1869"/>
                        <a:pt x="337" y="1850"/>
                      </a:cubicBezTo>
                      <a:cubicBezTo>
                        <a:pt x="337" y="1831"/>
                        <a:pt x="322" y="1815"/>
                        <a:pt x="304" y="1815"/>
                      </a:cubicBezTo>
                      <a:lnTo>
                        <a:pt x="18" y="1815"/>
                      </a:lnTo>
                      <a:lnTo>
                        <a:pt x="18" y="1763"/>
                      </a:lnTo>
                      <a:lnTo>
                        <a:pt x="304" y="1763"/>
                      </a:lnTo>
                      <a:cubicBezTo>
                        <a:pt x="322" y="1763"/>
                        <a:pt x="337" y="1747"/>
                        <a:pt x="337" y="1728"/>
                      </a:cubicBezTo>
                      <a:cubicBezTo>
                        <a:pt x="337" y="1708"/>
                        <a:pt x="322" y="1693"/>
                        <a:pt x="304" y="1693"/>
                      </a:cubicBezTo>
                      <a:lnTo>
                        <a:pt x="18" y="1693"/>
                      </a:lnTo>
                      <a:lnTo>
                        <a:pt x="18" y="448"/>
                      </a:lnTo>
                      <a:cubicBezTo>
                        <a:pt x="396" y="448"/>
                        <a:pt x="746" y="320"/>
                        <a:pt x="1031" y="103"/>
                      </a:cubicBezTo>
                      <a:cubicBezTo>
                        <a:pt x="1044" y="92"/>
                        <a:pt x="1055" y="80"/>
                        <a:pt x="1063" y="66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5" name="Google Shape;775;p29"/>
              <p:cNvSpPr/>
              <p:nvPr/>
            </p:nvSpPr>
            <p:spPr>
              <a:xfrm rot="1800091">
                <a:off x="8392444" y="2478445"/>
                <a:ext cx="218038" cy="677098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29"/>
              <p:cNvSpPr/>
              <p:nvPr/>
            </p:nvSpPr>
            <p:spPr>
              <a:xfrm rot="1800091">
                <a:off x="7978004" y="3121687"/>
                <a:ext cx="218038" cy="826189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29"/>
              <p:cNvSpPr/>
              <p:nvPr/>
            </p:nvSpPr>
            <p:spPr>
              <a:xfrm rot="1800091">
                <a:off x="6690879" y="3298982"/>
                <a:ext cx="1246355" cy="618758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050" extrusionOk="0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8" name="Google Shape;778;p29"/>
              <p:cNvSpPr/>
              <p:nvPr/>
            </p:nvSpPr>
            <p:spPr>
              <a:xfrm rot="1800091">
                <a:off x="6882313" y="2489052"/>
                <a:ext cx="218038" cy="826189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9" name="Google Shape;779;p29"/>
              <p:cNvSpPr/>
              <p:nvPr/>
            </p:nvSpPr>
            <p:spPr>
              <a:xfrm rot="1800091">
                <a:off x="7296752" y="1845810"/>
                <a:ext cx="218038" cy="677098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29"/>
              <p:cNvSpPr/>
              <p:nvPr/>
            </p:nvSpPr>
            <p:spPr>
              <a:xfrm rot="1800091">
                <a:off x="7584326" y="1950493"/>
                <a:ext cx="1143229" cy="398362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676" extrusionOk="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29"/>
              <p:cNvSpPr/>
              <p:nvPr/>
            </p:nvSpPr>
            <p:spPr>
              <a:xfrm rot="1800091">
                <a:off x="7677178" y="1534212"/>
                <a:ext cx="239253" cy="231003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92" extrusionOk="0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2" name="Google Shape;782;p29"/>
              <p:cNvSpPr/>
              <p:nvPr/>
            </p:nvSpPr>
            <p:spPr>
              <a:xfrm rot="1800091">
                <a:off x="8648819" y="2095391"/>
                <a:ext cx="239842" cy="231003"/>
              </a:xfrm>
              <a:custGeom>
                <a:avLst/>
                <a:gdLst/>
                <a:ahLst/>
                <a:cxnLst/>
                <a:rect l="l" t="t" r="r" b="b"/>
                <a:pathLst>
                  <a:path w="407" h="392" extrusionOk="0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3" name="Google Shape;783;p29"/>
              <p:cNvSpPr/>
              <p:nvPr/>
            </p:nvSpPr>
            <p:spPr>
              <a:xfrm rot="1800091">
                <a:off x="7359871" y="2101937"/>
                <a:ext cx="418987" cy="1254016"/>
              </a:xfrm>
              <a:custGeom>
                <a:avLst/>
                <a:gdLst/>
                <a:ahLst/>
                <a:cxnLst/>
                <a:rect l="l" t="t" r="r" b="b"/>
                <a:pathLst>
                  <a:path w="711" h="2128" extrusionOk="0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29"/>
              <p:cNvSpPr/>
              <p:nvPr/>
            </p:nvSpPr>
            <p:spPr>
              <a:xfrm rot="1800091">
                <a:off x="7737872" y="2320869"/>
                <a:ext cx="421345" cy="1254016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128" extrusionOk="0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29"/>
              <p:cNvSpPr/>
              <p:nvPr/>
            </p:nvSpPr>
            <p:spPr>
              <a:xfrm rot="1800091">
                <a:off x="6662900" y="1509406"/>
                <a:ext cx="1830934" cy="3282362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5570" extrusionOk="0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6" name="Google Shape;786;p29"/>
              <p:cNvSpPr/>
              <p:nvPr/>
            </p:nvSpPr>
            <p:spPr>
              <a:xfrm rot="1800091">
                <a:off x="6352507" y="3446666"/>
                <a:ext cx="631133" cy="1262266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142" extrusionOk="0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7" name="Google Shape;787;p29"/>
              <p:cNvSpPr/>
              <p:nvPr/>
            </p:nvSpPr>
            <p:spPr>
              <a:xfrm rot="1800091">
                <a:off x="6911606" y="3772668"/>
                <a:ext cx="639972" cy="1261676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2141" extrusionOk="0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29"/>
              <p:cNvSpPr/>
              <p:nvPr/>
            </p:nvSpPr>
            <p:spPr>
              <a:xfrm rot="1799864">
                <a:off x="8234349" y="2618812"/>
                <a:ext cx="178580" cy="55456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317" y="0"/>
                    </a:moveTo>
                    <a:lnTo>
                      <a:pt x="317" y="0"/>
                    </a:lnTo>
                    <a:cubicBezTo>
                      <a:pt x="296" y="0"/>
                      <a:pt x="277" y="12"/>
                      <a:pt x="269" y="32"/>
                    </a:cubicBezTo>
                    <a:lnTo>
                      <a:pt x="1" y="666"/>
                    </a:lnTo>
                    <a:lnTo>
                      <a:pt x="0" y="669"/>
                    </a:lnTo>
                    <a:lnTo>
                      <a:pt x="0" y="673"/>
                    </a:lnTo>
                    <a:lnTo>
                      <a:pt x="0" y="1132"/>
                    </a:lnTo>
                    <a:lnTo>
                      <a:pt x="0" y="1149"/>
                    </a:lnTo>
                    <a:lnTo>
                      <a:pt x="18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53"/>
                    </a:lnTo>
                    <a:cubicBezTo>
                      <a:pt x="370" y="20"/>
                      <a:pt x="343" y="0"/>
                      <a:pt x="317" y="0"/>
                    </a:cubicBezTo>
                    <a:moveTo>
                      <a:pt x="317" y="18"/>
                    </a:moveTo>
                    <a:cubicBezTo>
                      <a:pt x="335" y="18"/>
                      <a:pt x="352" y="31"/>
                      <a:pt x="352" y="53"/>
                    </a:cubicBezTo>
                    <a:lnTo>
                      <a:pt x="352" y="1132"/>
                    </a:lnTo>
                    <a:lnTo>
                      <a:pt x="18" y="1132"/>
                    </a:lnTo>
                    <a:lnTo>
                      <a:pt x="18" y="673"/>
                    </a:lnTo>
                    <a:lnTo>
                      <a:pt x="285" y="39"/>
                    </a:lnTo>
                    <a:cubicBezTo>
                      <a:pt x="291" y="24"/>
                      <a:pt x="304" y="18"/>
                      <a:pt x="317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29"/>
              <p:cNvSpPr/>
              <p:nvPr/>
            </p:nvSpPr>
            <p:spPr>
              <a:xfrm rot="1799864">
                <a:off x="7894950" y="3145668"/>
                <a:ext cx="178580" cy="67667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8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322"/>
                    </a:lnTo>
                    <a:lnTo>
                      <a:pt x="0" y="325"/>
                    </a:lnTo>
                    <a:lnTo>
                      <a:pt x="1" y="328"/>
                    </a:lnTo>
                    <a:lnTo>
                      <a:pt x="335" y="1302"/>
                    </a:lnTo>
                    <a:lnTo>
                      <a:pt x="370" y="1402"/>
                    </a:lnTo>
                    <a:lnTo>
                      <a:pt x="370" y="1297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1297"/>
                    </a:lnTo>
                    <a:lnTo>
                      <a:pt x="18" y="322"/>
                    </a:lnTo>
                    <a:lnTo>
                      <a:pt x="18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29"/>
              <p:cNvSpPr/>
              <p:nvPr/>
            </p:nvSpPr>
            <p:spPr>
              <a:xfrm rot="1799864">
                <a:off x="6840760" y="3290919"/>
                <a:ext cx="1020801" cy="506780"/>
              </a:xfrm>
              <a:custGeom>
                <a:avLst/>
                <a:gdLst/>
                <a:ahLst/>
                <a:cxnLst/>
                <a:rect l="l" t="t" r="r" b="b"/>
                <a:pathLst>
                  <a:path w="2115" h="1050" extrusionOk="0">
                    <a:moveTo>
                      <a:pt x="357" y="0"/>
                    </a:moveTo>
                    <a:lnTo>
                      <a:pt x="357" y="0"/>
                    </a:lnTo>
                    <a:cubicBezTo>
                      <a:pt x="260" y="0"/>
                      <a:pt x="175" y="61"/>
                      <a:pt x="144" y="154"/>
                    </a:cubicBezTo>
                    <a:lnTo>
                      <a:pt x="6" y="574"/>
                    </a:lnTo>
                    <a:cubicBezTo>
                      <a:pt x="-6" y="611"/>
                      <a:pt x="-1" y="651"/>
                      <a:pt x="19" y="685"/>
                    </a:cubicBezTo>
                    <a:cubicBezTo>
                      <a:pt x="28" y="701"/>
                      <a:pt x="40" y="714"/>
                      <a:pt x="55" y="724"/>
                    </a:cubicBezTo>
                    <a:cubicBezTo>
                      <a:pt x="348" y="938"/>
                      <a:pt x="695" y="1050"/>
                      <a:pt x="1057" y="1050"/>
                    </a:cubicBezTo>
                    <a:cubicBezTo>
                      <a:pt x="1420" y="1050"/>
                      <a:pt x="1766" y="938"/>
                      <a:pt x="2060" y="724"/>
                    </a:cubicBezTo>
                    <a:cubicBezTo>
                      <a:pt x="2074" y="714"/>
                      <a:pt x="2086" y="701"/>
                      <a:pt x="2096" y="685"/>
                    </a:cubicBezTo>
                    <a:cubicBezTo>
                      <a:pt x="2116" y="651"/>
                      <a:pt x="2121" y="611"/>
                      <a:pt x="2108" y="574"/>
                    </a:cubicBezTo>
                    <a:lnTo>
                      <a:pt x="1970" y="154"/>
                    </a:lnTo>
                    <a:cubicBezTo>
                      <a:pt x="1940" y="61"/>
                      <a:pt x="1854" y="0"/>
                      <a:pt x="1757" y="0"/>
                    </a:cubicBezTo>
                    <a:cubicBezTo>
                      <a:pt x="1754" y="0"/>
                      <a:pt x="1752" y="0"/>
                      <a:pt x="1750" y="0"/>
                    </a:cubicBezTo>
                    <a:cubicBezTo>
                      <a:pt x="1724" y="0"/>
                      <a:pt x="1698" y="5"/>
                      <a:pt x="1672" y="16"/>
                    </a:cubicBezTo>
                    <a:cubicBezTo>
                      <a:pt x="1476" y="93"/>
                      <a:pt x="1269" y="133"/>
                      <a:pt x="1057" y="133"/>
                    </a:cubicBezTo>
                    <a:cubicBezTo>
                      <a:pt x="846" y="133"/>
                      <a:pt x="639" y="93"/>
                      <a:pt x="442" y="16"/>
                    </a:cubicBezTo>
                    <a:cubicBezTo>
                      <a:pt x="417" y="5"/>
                      <a:pt x="390" y="0"/>
                      <a:pt x="364" y="0"/>
                    </a:cubicBezTo>
                    <a:cubicBezTo>
                      <a:pt x="362" y="0"/>
                      <a:pt x="360" y="0"/>
                      <a:pt x="357" y="0"/>
                    </a:cubicBezTo>
                    <a:moveTo>
                      <a:pt x="357" y="17"/>
                    </a:moveTo>
                    <a:cubicBezTo>
                      <a:pt x="360" y="17"/>
                      <a:pt x="362" y="17"/>
                      <a:pt x="364" y="17"/>
                    </a:cubicBezTo>
                    <a:cubicBezTo>
                      <a:pt x="388" y="18"/>
                      <a:pt x="412" y="23"/>
                      <a:pt x="436" y="32"/>
                    </a:cubicBezTo>
                    <a:cubicBezTo>
                      <a:pt x="628" y="108"/>
                      <a:pt x="838" y="150"/>
                      <a:pt x="1057" y="150"/>
                    </a:cubicBezTo>
                    <a:cubicBezTo>
                      <a:pt x="1277" y="150"/>
                      <a:pt x="1486" y="108"/>
                      <a:pt x="1679" y="32"/>
                    </a:cubicBezTo>
                    <a:cubicBezTo>
                      <a:pt x="1702" y="23"/>
                      <a:pt x="1727" y="18"/>
                      <a:pt x="1751" y="17"/>
                    </a:cubicBezTo>
                    <a:cubicBezTo>
                      <a:pt x="1753" y="17"/>
                      <a:pt x="1755" y="17"/>
                      <a:pt x="1757" y="17"/>
                    </a:cubicBezTo>
                    <a:cubicBezTo>
                      <a:pt x="1843" y="17"/>
                      <a:pt x="1924" y="71"/>
                      <a:pt x="1953" y="159"/>
                    </a:cubicBezTo>
                    <a:lnTo>
                      <a:pt x="2092" y="579"/>
                    </a:lnTo>
                    <a:cubicBezTo>
                      <a:pt x="2103" y="612"/>
                      <a:pt x="2098" y="647"/>
                      <a:pt x="2080" y="676"/>
                    </a:cubicBezTo>
                    <a:cubicBezTo>
                      <a:pt x="2073" y="689"/>
                      <a:pt x="2062" y="701"/>
                      <a:pt x="2049" y="710"/>
                    </a:cubicBezTo>
                    <a:cubicBezTo>
                      <a:pt x="1771" y="913"/>
                      <a:pt x="1428" y="1033"/>
                      <a:pt x="1057" y="1033"/>
                    </a:cubicBezTo>
                    <a:cubicBezTo>
                      <a:pt x="687" y="1033"/>
                      <a:pt x="344" y="913"/>
                      <a:pt x="65" y="710"/>
                    </a:cubicBezTo>
                    <a:cubicBezTo>
                      <a:pt x="52" y="701"/>
                      <a:pt x="42" y="689"/>
                      <a:pt x="34" y="676"/>
                    </a:cubicBezTo>
                    <a:cubicBezTo>
                      <a:pt x="17" y="647"/>
                      <a:pt x="12" y="612"/>
                      <a:pt x="23" y="579"/>
                    </a:cubicBezTo>
                    <a:lnTo>
                      <a:pt x="161" y="159"/>
                    </a:lnTo>
                    <a:cubicBezTo>
                      <a:pt x="190" y="71"/>
                      <a:pt x="271" y="17"/>
                      <a:pt x="357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29"/>
              <p:cNvSpPr/>
              <p:nvPr/>
            </p:nvSpPr>
            <p:spPr>
              <a:xfrm rot="1799864">
                <a:off x="6997512" y="2627580"/>
                <a:ext cx="178580" cy="67667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402" extrusionOk="0">
                    <a:moveTo>
                      <a:pt x="370" y="0"/>
                    </a:moveTo>
                    <a:lnTo>
                      <a:pt x="352" y="0"/>
                    </a:lnTo>
                    <a:lnTo>
                      <a:pt x="17" y="0"/>
                    </a:lnTo>
                    <a:lnTo>
                      <a:pt x="0" y="0"/>
                    </a:lnTo>
                    <a:lnTo>
                      <a:pt x="0" y="17"/>
                    </a:lnTo>
                    <a:lnTo>
                      <a:pt x="0" y="1297"/>
                    </a:lnTo>
                    <a:lnTo>
                      <a:pt x="0" y="1402"/>
                    </a:lnTo>
                    <a:lnTo>
                      <a:pt x="34" y="1302"/>
                    </a:lnTo>
                    <a:lnTo>
                      <a:pt x="369" y="328"/>
                    </a:lnTo>
                    <a:lnTo>
                      <a:pt x="370" y="325"/>
                    </a:lnTo>
                    <a:lnTo>
                      <a:pt x="370" y="322"/>
                    </a:lnTo>
                    <a:lnTo>
                      <a:pt x="370" y="17"/>
                    </a:lnTo>
                    <a:lnTo>
                      <a:pt x="370" y="0"/>
                    </a:lnTo>
                    <a:moveTo>
                      <a:pt x="352" y="17"/>
                    </a:moveTo>
                    <a:lnTo>
                      <a:pt x="352" y="322"/>
                    </a:lnTo>
                    <a:lnTo>
                      <a:pt x="17" y="1297"/>
                    </a:lnTo>
                    <a:lnTo>
                      <a:pt x="17" y="17"/>
                    </a:lnTo>
                    <a:lnTo>
                      <a:pt x="352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29"/>
              <p:cNvSpPr/>
              <p:nvPr/>
            </p:nvSpPr>
            <p:spPr>
              <a:xfrm rot="1799864">
                <a:off x="7336912" y="2100724"/>
                <a:ext cx="178580" cy="554563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149" extrusionOk="0">
                    <a:moveTo>
                      <a:pt x="53" y="0"/>
                    </a:moveTo>
                    <a:cubicBezTo>
                      <a:pt x="27" y="0"/>
                      <a:pt x="0" y="20"/>
                      <a:pt x="0" y="53"/>
                    </a:cubicBezTo>
                    <a:lnTo>
                      <a:pt x="0" y="1132"/>
                    </a:lnTo>
                    <a:lnTo>
                      <a:pt x="0" y="1149"/>
                    </a:lnTo>
                    <a:lnTo>
                      <a:pt x="17" y="1149"/>
                    </a:lnTo>
                    <a:lnTo>
                      <a:pt x="352" y="1149"/>
                    </a:lnTo>
                    <a:lnTo>
                      <a:pt x="370" y="1149"/>
                    </a:lnTo>
                    <a:lnTo>
                      <a:pt x="370" y="1132"/>
                    </a:lnTo>
                    <a:lnTo>
                      <a:pt x="370" y="673"/>
                    </a:lnTo>
                    <a:lnTo>
                      <a:pt x="370" y="669"/>
                    </a:lnTo>
                    <a:lnTo>
                      <a:pt x="368" y="666"/>
                    </a:lnTo>
                    <a:lnTo>
                      <a:pt x="101" y="32"/>
                    </a:lnTo>
                    <a:cubicBezTo>
                      <a:pt x="92" y="12"/>
                      <a:pt x="74" y="0"/>
                      <a:pt x="53" y="0"/>
                    </a:cubicBezTo>
                    <a:moveTo>
                      <a:pt x="53" y="18"/>
                    </a:moveTo>
                    <a:cubicBezTo>
                      <a:pt x="65" y="18"/>
                      <a:pt x="78" y="24"/>
                      <a:pt x="84" y="39"/>
                    </a:cubicBezTo>
                    <a:lnTo>
                      <a:pt x="352" y="673"/>
                    </a:lnTo>
                    <a:lnTo>
                      <a:pt x="352" y="1132"/>
                    </a:lnTo>
                    <a:lnTo>
                      <a:pt x="17" y="1132"/>
                    </a:lnTo>
                    <a:lnTo>
                      <a:pt x="17" y="53"/>
                    </a:lnTo>
                    <a:cubicBezTo>
                      <a:pt x="17" y="31"/>
                      <a:pt x="35" y="18"/>
                      <a:pt x="53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3" name="Google Shape;793;p29"/>
              <p:cNvSpPr/>
              <p:nvPr/>
            </p:nvSpPr>
            <p:spPr>
              <a:xfrm rot="1799864">
                <a:off x="7572441" y="2186421"/>
                <a:ext cx="936337" cy="326270"/>
              </a:xfrm>
              <a:custGeom>
                <a:avLst/>
                <a:gdLst/>
                <a:ahLst/>
                <a:cxnLst/>
                <a:rect l="l" t="t" r="r" b="b"/>
                <a:pathLst>
                  <a:path w="1940" h="676" extrusionOk="0">
                    <a:moveTo>
                      <a:pt x="970" y="0"/>
                    </a:moveTo>
                    <a:cubicBezTo>
                      <a:pt x="639" y="0"/>
                      <a:pt x="322" y="72"/>
                      <a:pt x="55" y="209"/>
                    </a:cubicBezTo>
                    <a:cubicBezTo>
                      <a:pt x="8" y="233"/>
                      <a:pt x="-11" y="277"/>
                      <a:pt x="7" y="317"/>
                    </a:cubicBezTo>
                    <a:lnTo>
                      <a:pt x="155" y="604"/>
                    </a:lnTo>
                    <a:cubicBezTo>
                      <a:pt x="174" y="643"/>
                      <a:pt x="220" y="671"/>
                      <a:pt x="274" y="675"/>
                    </a:cubicBezTo>
                    <a:cubicBezTo>
                      <a:pt x="280" y="676"/>
                      <a:pt x="285" y="676"/>
                      <a:pt x="290" y="676"/>
                    </a:cubicBezTo>
                    <a:cubicBezTo>
                      <a:pt x="310" y="676"/>
                      <a:pt x="330" y="673"/>
                      <a:pt x="348" y="667"/>
                    </a:cubicBezTo>
                    <a:cubicBezTo>
                      <a:pt x="545" y="606"/>
                      <a:pt x="754" y="574"/>
                      <a:pt x="971" y="574"/>
                    </a:cubicBezTo>
                    <a:cubicBezTo>
                      <a:pt x="1187" y="574"/>
                      <a:pt x="1396" y="606"/>
                      <a:pt x="1593" y="667"/>
                    </a:cubicBezTo>
                    <a:cubicBezTo>
                      <a:pt x="1611" y="673"/>
                      <a:pt x="1630" y="676"/>
                      <a:pt x="1649" y="676"/>
                    </a:cubicBezTo>
                    <a:cubicBezTo>
                      <a:pt x="1655" y="676"/>
                      <a:pt x="1661" y="675"/>
                      <a:pt x="1667" y="675"/>
                    </a:cubicBezTo>
                    <a:cubicBezTo>
                      <a:pt x="1722" y="670"/>
                      <a:pt x="1767" y="643"/>
                      <a:pt x="1786" y="603"/>
                    </a:cubicBezTo>
                    <a:lnTo>
                      <a:pt x="1933" y="317"/>
                    </a:lnTo>
                    <a:cubicBezTo>
                      <a:pt x="1952" y="277"/>
                      <a:pt x="1932" y="232"/>
                      <a:pt x="1886" y="209"/>
                    </a:cubicBezTo>
                    <a:cubicBezTo>
                      <a:pt x="1618" y="72"/>
                      <a:pt x="1301" y="0"/>
                      <a:pt x="970" y="0"/>
                    </a:cubicBezTo>
                    <a:moveTo>
                      <a:pt x="970" y="17"/>
                    </a:moveTo>
                    <a:cubicBezTo>
                      <a:pt x="1310" y="17"/>
                      <a:pt x="1623" y="94"/>
                      <a:pt x="1878" y="224"/>
                    </a:cubicBezTo>
                    <a:cubicBezTo>
                      <a:pt x="1916" y="244"/>
                      <a:pt x="1932" y="278"/>
                      <a:pt x="1917" y="309"/>
                    </a:cubicBezTo>
                    <a:lnTo>
                      <a:pt x="1770" y="596"/>
                    </a:lnTo>
                    <a:cubicBezTo>
                      <a:pt x="1753" y="631"/>
                      <a:pt x="1712" y="653"/>
                      <a:pt x="1665" y="657"/>
                    </a:cubicBezTo>
                    <a:cubicBezTo>
                      <a:pt x="1660" y="658"/>
                      <a:pt x="1655" y="658"/>
                      <a:pt x="1649" y="658"/>
                    </a:cubicBezTo>
                    <a:cubicBezTo>
                      <a:pt x="1632" y="658"/>
                      <a:pt x="1615" y="656"/>
                      <a:pt x="1598" y="650"/>
                    </a:cubicBezTo>
                    <a:cubicBezTo>
                      <a:pt x="1406" y="590"/>
                      <a:pt x="1194" y="557"/>
                      <a:pt x="971" y="557"/>
                    </a:cubicBezTo>
                    <a:cubicBezTo>
                      <a:pt x="747" y="557"/>
                      <a:pt x="535" y="590"/>
                      <a:pt x="343" y="650"/>
                    </a:cubicBezTo>
                    <a:cubicBezTo>
                      <a:pt x="326" y="656"/>
                      <a:pt x="308" y="658"/>
                      <a:pt x="290" y="658"/>
                    </a:cubicBezTo>
                    <a:cubicBezTo>
                      <a:pt x="286" y="658"/>
                      <a:pt x="281" y="658"/>
                      <a:pt x="276" y="658"/>
                    </a:cubicBezTo>
                    <a:cubicBezTo>
                      <a:pt x="229" y="654"/>
                      <a:pt x="187" y="631"/>
                      <a:pt x="171" y="596"/>
                    </a:cubicBezTo>
                    <a:lnTo>
                      <a:pt x="23" y="309"/>
                    </a:lnTo>
                    <a:cubicBezTo>
                      <a:pt x="9" y="278"/>
                      <a:pt x="25" y="244"/>
                      <a:pt x="63" y="224"/>
                    </a:cubicBezTo>
                    <a:cubicBezTo>
                      <a:pt x="318" y="94"/>
                      <a:pt x="631" y="17"/>
                      <a:pt x="97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29"/>
              <p:cNvSpPr/>
              <p:nvPr/>
            </p:nvSpPr>
            <p:spPr>
              <a:xfrm rot="1799864">
                <a:off x="7648463" y="1845494"/>
                <a:ext cx="195955" cy="189198"/>
              </a:xfrm>
              <a:custGeom>
                <a:avLst/>
                <a:gdLst/>
                <a:ahLst/>
                <a:cxnLst/>
                <a:rect l="l" t="t" r="r" b="b"/>
                <a:pathLst>
                  <a:path w="406" h="392" extrusionOk="0">
                    <a:moveTo>
                      <a:pt x="309" y="0"/>
                    </a:moveTo>
                    <a:lnTo>
                      <a:pt x="309" y="0"/>
                    </a:lnTo>
                    <a:cubicBezTo>
                      <a:pt x="298" y="0"/>
                      <a:pt x="288" y="2"/>
                      <a:pt x="279" y="6"/>
                    </a:cubicBezTo>
                    <a:cubicBezTo>
                      <a:pt x="181" y="50"/>
                      <a:pt x="92" y="116"/>
                      <a:pt x="23" y="199"/>
                    </a:cubicBezTo>
                    <a:cubicBezTo>
                      <a:pt x="-11" y="239"/>
                      <a:pt x="-7" y="300"/>
                      <a:pt x="31" y="338"/>
                    </a:cubicBezTo>
                    <a:lnTo>
                      <a:pt x="65" y="372"/>
                    </a:lnTo>
                    <a:cubicBezTo>
                      <a:pt x="77" y="385"/>
                      <a:pt x="93" y="392"/>
                      <a:pt x="111" y="392"/>
                    </a:cubicBezTo>
                    <a:cubicBezTo>
                      <a:pt x="131" y="392"/>
                      <a:pt x="149" y="383"/>
                      <a:pt x="161" y="368"/>
                    </a:cubicBezTo>
                    <a:cubicBezTo>
                      <a:pt x="214" y="305"/>
                      <a:pt x="277" y="252"/>
                      <a:pt x="349" y="213"/>
                    </a:cubicBezTo>
                    <a:cubicBezTo>
                      <a:pt x="380" y="196"/>
                      <a:pt x="400" y="165"/>
                      <a:pt x="405" y="130"/>
                    </a:cubicBezTo>
                    <a:cubicBezTo>
                      <a:pt x="410" y="94"/>
                      <a:pt x="398" y="56"/>
                      <a:pt x="372" y="30"/>
                    </a:cubicBezTo>
                    <a:lnTo>
                      <a:pt x="365" y="23"/>
                    </a:lnTo>
                    <a:cubicBezTo>
                      <a:pt x="350" y="9"/>
                      <a:pt x="330" y="0"/>
                      <a:pt x="309" y="0"/>
                    </a:cubicBezTo>
                    <a:moveTo>
                      <a:pt x="309" y="18"/>
                    </a:moveTo>
                    <a:cubicBezTo>
                      <a:pt x="325" y="18"/>
                      <a:pt x="341" y="24"/>
                      <a:pt x="352" y="36"/>
                    </a:cubicBezTo>
                    <a:lnTo>
                      <a:pt x="360" y="43"/>
                    </a:lnTo>
                    <a:cubicBezTo>
                      <a:pt x="405" y="88"/>
                      <a:pt x="397" y="166"/>
                      <a:pt x="340" y="197"/>
                    </a:cubicBezTo>
                    <a:cubicBezTo>
                      <a:pt x="267" y="238"/>
                      <a:pt x="201" y="292"/>
                      <a:pt x="148" y="357"/>
                    </a:cubicBezTo>
                    <a:cubicBezTo>
                      <a:pt x="138" y="368"/>
                      <a:pt x="125" y="374"/>
                      <a:pt x="111" y="374"/>
                    </a:cubicBezTo>
                    <a:cubicBezTo>
                      <a:pt x="99" y="374"/>
                      <a:pt x="86" y="369"/>
                      <a:pt x="77" y="360"/>
                    </a:cubicBezTo>
                    <a:lnTo>
                      <a:pt x="43" y="326"/>
                    </a:lnTo>
                    <a:cubicBezTo>
                      <a:pt x="12" y="295"/>
                      <a:pt x="8" y="244"/>
                      <a:pt x="37" y="210"/>
                    </a:cubicBezTo>
                    <a:cubicBezTo>
                      <a:pt x="104" y="130"/>
                      <a:pt x="189" y="65"/>
                      <a:pt x="286" y="23"/>
                    </a:cubicBezTo>
                    <a:cubicBezTo>
                      <a:pt x="293" y="19"/>
                      <a:pt x="301" y="18"/>
                      <a:pt x="309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29"/>
              <p:cNvSpPr/>
              <p:nvPr/>
            </p:nvSpPr>
            <p:spPr>
              <a:xfrm rot="1799864">
                <a:off x="8444295" y="2305065"/>
                <a:ext cx="196438" cy="189198"/>
              </a:xfrm>
              <a:custGeom>
                <a:avLst/>
                <a:gdLst/>
                <a:ahLst/>
                <a:cxnLst/>
                <a:rect l="l" t="t" r="r" b="b"/>
                <a:pathLst>
                  <a:path w="407" h="392" extrusionOk="0">
                    <a:moveTo>
                      <a:pt x="98" y="0"/>
                    </a:moveTo>
                    <a:lnTo>
                      <a:pt x="98" y="0"/>
                    </a:lnTo>
                    <a:cubicBezTo>
                      <a:pt x="77" y="0"/>
                      <a:pt x="57" y="9"/>
                      <a:pt x="42" y="23"/>
                    </a:cubicBezTo>
                    <a:lnTo>
                      <a:pt x="34" y="30"/>
                    </a:lnTo>
                    <a:cubicBezTo>
                      <a:pt x="8" y="57"/>
                      <a:pt x="-4" y="94"/>
                      <a:pt x="1" y="130"/>
                    </a:cubicBezTo>
                    <a:cubicBezTo>
                      <a:pt x="6" y="166"/>
                      <a:pt x="27" y="196"/>
                      <a:pt x="57" y="213"/>
                    </a:cubicBezTo>
                    <a:cubicBezTo>
                      <a:pt x="130" y="252"/>
                      <a:pt x="193" y="305"/>
                      <a:pt x="245" y="368"/>
                    </a:cubicBezTo>
                    <a:cubicBezTo>
                      <a:pt x="257" y="383"/>
                      <a:pt x="276" y="392"/>
                      <a:pt x="295" y="392"/>
                    </a:cubicBezTo>
                    <a:cubicBezTo>
                      <a:pt x="313" y="392"/>
                      <a:pt x="330" y="385"/>
                      <a:pt x="342" y="372"/>
                    </a:cubicBezTo>
                    <a:lnTo>
                      <a:pt x="376" y="338"/>
                    </a:lnTo>
                    <a:cubicBezTo>
                      <a:pt x="414" y="300"/>
                      <a:pt x="417" y="239"/>
                      <a:pt x="383" y="199"/>
                    </a:cubicBezTo>
                    <a:cubicBezTo>
                      <a:pt x="314" y="116"/>
                      <a:pt x="226" y="50"/>
                      <a:pt x="128" y="6"/>
                    </a:cubicBezTo>
                    <a:cubicBezTo>
                      <a:pt x="118" y="2"/>
                      <a:pt x="108" y="0"/>
                      <a:pt x="98" y="0"/>
                    </a:cubicBezTo>
                    <a:moveTo>
                      <a:pt x="98" y="18"/>
                    </a:moveTo>
                    <a:cubicBezTo>
                      <a:pt x="106" y="18"/>
                      <a:pt x="113" y="19"/>
                      <a:pt x="121" y="23"/>
                    </a:cubicBezTo>
                    <a:cubicBezTo>
                      <a:pt x="218" y="65"/>
                      <a:pt x="303" y="130"/>
                      <a:pt x="370" y="210"/>
                    </a:cubicBezTo>
                    <a:cubicBezTo>
                      <a:pt x="398" y="244"/>
                      <a:pt x="395" y="295"/>
                      <a:pt x="363" y="326"/>
                    </a:cubicBezTo>
                    <a:lnTo>
                      <a:pt x="330" y="360"/>
                    </a:lnTo>
                    <a:cubicBezTo>
                      <a:pt x="320" y="369"/>
                      <a:pt x="308" y="374"/>
                      <a:pt x="295" y="374"/>
                    </a:cubicBezTo>
                    <a:cubicBezTo>
                      <a:pt x="282" y="374"/>
                      <a:pt x="268" y="368"/>
                      <a:pt x="259" y="357"/>
                    </a:cubicBezTo>
                    <a:cubicBezTo>
                      <a:pt x="205" y="292"/>
                      <a:pt x="140" y="238"/>
                      <a:pt x="66" y="197"/>
                    </a:cubicBezTo>
                    <a:cubicBezTo>
                      <a:pt x="10" y="166"/>
                      <a:pt x="2" y="88"/>
                      <a:pt x="47" y="43"/>
                    </a:cubicBezTo>
                    <a:lnTo>
                      <a:pt x="54" y="36"/>
                    </a:lnTo>
                    <a:cubicBezTo>
                      <a:pt x="66" y="24"/>
                      <a:pt x="82" y="18"/>
                      <a:pt x="98" y="1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29"/>
              <p:cNvSpPr/>
              <p:nvPr/>
            </p:nvSpPr>
            <p:spPr>
              <a:xfrm rot="1799864">
                <a:off x="7388637" y="2310490"/>
                <a:ext cx="343163" cy="1027075"/>
              </a:xfrm>
              <a:custGeom>
                <a:avLst/>
                <a:gdLst/>
                <a:ahLst/>
                <a:cxnLst/>
                <a:rect l="l" t="t" r="r" b="b"/>
                <a:pathLst>
                  <a:path w="711" h="2128" extrusionOk="0">
                    <a:moveTo>
                      <a:pt x="708" y="0"/>
                    </a:moveTo>
                    <a:lnTo>
                      <a:pt x="690" y="0"/>
                    </a:lnTo>
                    <a:cubicBezTo>
                      <a:pt x="477" y="0"/>
                      <a:pt x="270" y="37"/>
                      <a:pt x="77" y="111"/>
                    </a:cubicBezTo>
                    <a:cubicBezTo>
                      <a:pt x="62" y="116"/>
                      <a:pt x="47" y="119"/>
                      <a:pt x="32" y="119"/>
                    </a:cubicBezTo>
                    <a:cubicBezTo>
                      <a:pt x="28" y="119"/>
                      <a:pt x="23" y="119"/>
                      <a:pt x="19" y="118"/>
                    </a:cubicBezTo>
                    <a:lnTo>
                      <a:pt x="0" y="116"/>
                    </a:lnTo>
                    <a:lnTo>
                      <a:pt x="0" y="136"/>
                    </a:lnTo>
                    <a:lnTo>
                      <a:pt x="3" y="1966"/>
                    </a:lnTo>
                    <a:lnTo>
                      <a:pt x="3" y="1984"/>
                    </a:lnTo>
                    <a:lnTo>
                      <a:pt x="20" y="1984"/>
                    </a:lnTo>
                    <a:cubicBezTo>
                      <a:pt x="41" y="1984"/>
                      <a:pt x="62" y="1989"/>
                      <a:pt x="83" y="1998"/>
                    </a:cubicBezTo>
                    <a:cubicBezTo>
                      <a:pt x="278" y="2084"/>
                      <a:pt x="483" y="2128"/>
                      <a:pt x="693" y="2128"/>
                    </a:cubicBezTo>
                    <a:lnTo>
                      <a:pt x="711" y="2128"/>
                    </a:lnTo>
                    <a:lnTo>
                      <a:pt x="711" y="2110"/>
                    </a:lnTo>
                    <a:lnTo>
                      <a:pt x="708" y="17"/>
                    </a:lnTo>
                    <a:lnTo>
                      <a:pt x="708" y="0"/>
                    </a:lnTo>
                    <a:moveTo>
                      <a:pt x="690" y="17"/>
                    </a:moveTo>
                    <a:lnTo>
                      <a:pt x="693" y="2110"/>
                    </a:lnTo>
                    <a:cubicBezTo>
                      <a:pt x="480" y="2110"/>
                      <a:pt x="277" y="2065"/>
                      <a:pt x="90" y="1982"/>
                    </a:cubicBezTo>
                    <a:cubicBezTo>
                      <a:pt x="67" y="1972"/>
                      <a:pt x="44" y="1967"/>
                      <a:pt x="21" y="1967"/>
                    </a:cubicBezTo>
                    <a:lnTo>
                      <a:pt x="21" y="1966"/>
                    </a:lnTo>
                    <a:lnTo>
                      <a:pt x="18" y="136"/>
                    </a:lnTo>
                    <a:cubicBezTo>
                      <a:pt x="22" y="136"/>
                      <a:pt x="27" y="137"/>
                      <a:pt x="32" y="137"/>
                    </a:cubicBezTo>
                    <a:cubicBezTo>
                      <a:pt x="49" y="137"/>
                      <a:pt x="66" y="134"/>
                      <a:pt x="83" y="127"/>
                    </a:cubicBezTo>
                    <a:cubicBezTo>
                      <a:pt x="268" y="57"/>
                      <a:pt x="474" y="17"/>
                      <a:pt x="690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29"/>
              <p:cNvSpPr/>
              <p:nvPr/>
            </p:nvSpPr>
            <p:spPr>
              <a:xfrm rot="1799864">
                <a:off x="7698243" y="2489782"/>
                <a:ext cx="345093" cy="1027075"/>
              </a:xfrm>
              <a:custGeom>
                <a:avLst/>
                <a:gdLst/>
                <a:ahLst/>
                <a:cxnLst/>
                <a:rect l="l" t="t" r="r" b="b"/>
                <a:pathLst>
                  <a:path w="715" h="2128" extrusionOk="0">
                    <a:moveTo>
                      <a:pt x="18" y="0"/>
                    </a:moveTo>
                    <a:lnTo>
                      <a:pt x="0" y="0"/>
                    </a:lnTo>
                    <a:lnTo>
                      <a:pt x="0" y="17"/>
                    </a:lnTo>
                    <a:lnTo>
                      <a:pt x="3" y="2110"/>
                    </a:lnTo>
                    <a:lnTo>
                      <a:pt x="3" y="2128"/>
                    </a:lnTo>
                    <a:lnTo>
                      <a:pt x="21" y="2128"/>
                    </a:lnTo>
                    <a:cubicBezTo>
                      <a:pt x="232" y="2128"/>
                      <a:pt x="438" y="2084"/>
                      <a:pt x="634" y="1998"/>
                    </a:cubicBezTo>
                    <a:cubicBezTo>
                      <a:pt x="655" y="1989"/>
                      <a:pt x="676" y="1984"/>
                      <a:pt x="698" y="1984"/>
                    </a:cubicBezTo>
                    <a:lnTo>
                      <a:pt x="715" y="1984"/>
                    </a:lnTo>
                    <a:lnTo>
                      <a:pt x="715" y="1967"/>
                    </a:lnTo>
                    <a:lnTo>
                      <a:pt x="712" y="136"/>
                    </a:lnTo>
                    <a:lnTo>
                      <a:pt x="712" y="116"/>
                    </a:lnTo>
                    <a:lnTo>
                      <a:pt x="692" y="118"/>
                    </a:lnTo>
                    <a:cubicBezTo>
                      <a:pt x="688" y="119"/>
                      <a:pt x="683" y="119"/>
                      <a:pt x="678" y="119"/>
                    </a:cubicBezTo>
                    <a:cubicBezTo>
                      <a:pt x="664" y="119"/>
                      <a:pt x="649" y="116"/>
                      <a:pt x="635" y="111"/>
                    </a:cubicBezTo>
                    <a:cubicBezTo>
                      <a:pt x="439" y="37"/>
                      <a:pt x="232" y="0"/>
                      <a:pt x="18" y="0"/>
                    </a:cubicBezTo>
                    <a:moveTo>
                      <a:pt x="18" y="17"/>
                    </a:moveTo>
                    <a:cubicBezTo>
                      <a:pt x="235" y="17"/>
                      <a:pt x="442" y="57"/>
                      <a:pt x="629" y="127"/>
                    </a:cubicBezTo>
                    <a:cubicBezTo>
                      <a:pt x="645" y="134"/>
                      <a:pt x="662" y="137"/>
                      <a:pt x="678" y="137"/>
                    </a:cubicBezTo>
                    <a:cubicBezTo>
                      <a:pt x="684" y="137"/>
                      <a:pt x="689" y="136"/>
                      <a:pt x="694" y="136"/>
                    </a:cubicBezTo>
                    <a:lnTo>
                      <a:pt x="697" y="1966"/>
                    </a:lnTo>
                    <a:lnTo>
                      <a:pt x="697" y="1967"/>
                    </a:lnTo>
                    <a:cubicBezTo>
                      <a:pt x="674" y="1967"/>
                      <a:pt x="650" y="1972"/>
                      <a:pt x="627" y="1982"/>
                    </a:cubicBezTo>
                    <a:cubicBezTo>
                      <a:pt x="439" y="2065"/>
                      <a:pt x="235" y="2110"/>
                      <a:pt x="21" y="2110"/>
                    </a:cubicBezTo>
                    <a:lnTo>
                      <a:pt x="18" y="1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29"/>
              <p:cNvSpPr/>
              <p:nvPr/>
            </p:nvSpPr>
            <p:spPr>
              <a:xfrm rot="1799864">
                <a:off x="6817821" y="1825189"/>
                <a:ext cx="1499587" cy="2688350"/>
              </a:xfrm>
              <a:custGeom>
                <a:avLst/>
                <a:gdLst/>
                <a:ahLst/>
                <a:cxnLst/>
                <a:rect l="l" t="t" r="r" b="b"/>
                <a:pathLst>
                  <a:path w="3107" h="5570" extrusionOk="0">
                    <a:moveTo>
                      <a:pt x="2201" y="0"/>
                    </a:moveTo>
                    <a:lnTo>
                      <a:pt x="905" y="0"/>
                    </a:lnTo>
                    <a:cubicBezTo>
                      <a:pt x="483" y="0"/>
                      <a:pt x="139" y="344"/>
                      <a:pt x="139" y="767"/>
                    </a:cubicBezTo>
                    <a:lnTo>
                      <a:pt x="139" y="829"/>
                    </a:lnTo>
                    <a:cubicBezTo>
                      <a:pt x="60" y="840"/>
                      <a:pt x="0" y="906"/>
                      <a:pt x="0" y="988"/>
                    </a:cubicBezTo>
                    <a:lnTo>
                      <a:pt x="0" y="1461"/>
                    </a:lnTo>
                    <a:cubicBezTo>
                      <a:pt x="0" y="1542"/>
                      <a:pt x="60" y="1609"/>
                      <a:pt x="139" y="1620"/>
                    </a:cubicBezTo>
                    <a:lnTo>
                      <a:pt x="139" y="3906"/>
                    </a:lnTo>
                    <a:lnTo>
                      <a:pt x="139" y="4018"/>
                    </a:lnTo>
                    <a:cubicBezTo>
                      <a:pt x="60" y="4028"/>
                      <a:pt x="0" y="4095"/>
                      <a:pt x="0" y="4176"/>
                    </a:cubicBezTo>
                    <a:lnTo>
                      <a:pt x="0" y="4195"/>
                    </a:lnTo>
                    <a:lnTo>
                      <a:pt x="0" y="4649"/>
                    </a:lnTo>
                    <a:cubicBezTo>
                      <a:pt x="0" y="4731"/>
                      <a:pt x="60" y="4798"/>
                      <a:pt x="139" y="4808"/>
                    </a:cubicBezTo>
                    <a:cubicBezTo>
                      <a:pt x="141" y="5073"/>
                      <a:pt x="229" y="5323"/>
                      <a:pt x="394" y="5531"/>
                    </a:cubicBezTo>
                    <a:lnTo>
                      <a:pt x="425" y="5570"/>
                    </a:lnTo>
                    <a:lnTo>
                      <a:pt x="425" y="5520"/>
                    </a:lnTo>
                    <a:lnTo>
                      <a:pt x="425" y="3807"/>
                    </a:lnTo>
                    <a:lnTo>
                      <a:pt x="425" y="3802"/>
                    </a:lnTo>
                    <a:lnTo>
                      <a:pt x="423" y="3798"/>
                    </a:lnTo>
                    <a:cubicBezTo>
                      <a:pt x="406" y="3769"/>
                      <a:pt x="402" y="3735"/>
                      <a:pt x="412" y="3704"/>
                    </a:cubicBezTo>
                    <a:lnTo>
                      <a:pt x="567" y="3234"/>
                    </a:lnTo>
                    <a:cubicBezTo>
                      <a:pt x="596" y="3146"/>
                      <a:pt x="677" y="3087"/>
                      <a:pt x="770" y="3087"/>
                    </a:cubicBezTo>
                    <a:cubicBezTo>
                      <a:pt x="772" y="3087"/>
                      <a:pt x="774" y="3087"/>
                      <a:pt x="777" y="3087"/>
                    </a:cubicBezTo>
                    <a:lnTo>
                      <a:pt x="795" y="3088"/>
                    </a:lnTo>
                    <a:lnTo>
                      <a:pt x="795" y="3069"/>
                    </a:lnTo>
                    <a:lnTo>
                      <a:pt x="795" y="1238"/>
                    </a:lnTo>
                    <a:lnTo>
                      <a:pt x="795" y="1222"/>
                    </a:lnTo>
                    <a:lnTo>
                      <a:pt x="779" y="1220"/>
                    </a:lnTo>
                    <a:cubicBezTo>
                      <a:pt x="731" y="1216"/>
                      <a:pt x="692" y="1191"/>
                      <a:pt x="676" y="1155"/>
                    </a:cubicBezTo>
                    <a:lnTo>
                      <a:pt x="512" y="772"/>
                    </a:lnTo>
                    <a:cubicBezTo>
                      <a:pt x="499" y="743"/>
                      <a:pt x="514" y="711"/>
                      <a:pt x="548" y="692"/>
                    </a:cubicBezTo>
                    <a:cubicBezTo>
                      <a:pt x="842" y="529"/>
                      <a:pt x="1189" y="442"/>
                      <a:pt x="1553" y="442"/>
                    </a:cubicBezTo>
                    <a:cubicBezTo>
                      <a:pt x="1917" y="442"/>
                      <a:pt x="2265" y="529"/>
                      <a:pt x="2558" y="692"/>
                    </a:cubicBezTo>
                    <a:cubicBezTo>
                      <a:pt x="2593" y="711"/>
                      <a:pt x="2607" y="743"/>
                      <a:pt x="2594" y="772"/>
                    </a:cubicBezTo>
                    <a:lnTo>
                      <a:pt x="2430" y="1155"/>
                    </a:lnTo>
                    <a:cubicBezTo>
                      <a:pt x="2415" y="1191"/>
                      <a:pt x="2375" y="1215"/>
                      <a:pt x="2328" y="1220"/>
                    </a:cubicBezTo>
                    <a:lnTo>
                      <a:pt x="2312" y="1221"/>
                    </a:lnTo>
                    <a:lnTo>
                      <a:pt x="2312" y="1237"/>
                    </a:lnTo>
                    <a:lnTo>
                      <a:pt x="2312" y="3069"/>
                    </a:lnTo>
                    <a:lnTo>
                      <a:pt x="2312" y="3087"/>
                    </a:lnTo>
                    <a:lnTo>
                      <a:pt x="2330" y="3087"/>
                    </a:lnTo>
                    <a:cubicBezTo>
                      <a:pt x="2332" y="3087"/>
                      <a:pt x="2334" y="3087"/>
                      <a:pt x="2336" y="3087"/>
                    </a:cubicBezTo>
                    <a:cubicBezTo>
                      <a:pt x="2429" y="3087"/>
                      <a:pt x="2511" y="3146"/>
                      <a:pt x="2540" y="3234"/>
                    </a:cubicBezTo>
                    <a:lnTo>
                      <a:pt x="2694" y="3704"/>
                    </a:lnTo>
                    <a:cubicBezTo>
                      <a:pt x="2705" y="3735"/>
                      <a:pt x="2701" y="3769"/>
                      <a:pt x="2684" y="3798"/>
                    </a:cubicBezTo>
                    <a:lnTo>
                      <a:pt x="2681" y="3802"/>
                    </a:lnTo>
                    <a:lnTo>
                      <a:pt x="2681" y="3807"/>
                    </a:lnTo>
                    <a:lnTo>
                      <a:pt x="2681" y="5520"/>
                    </a:lnTo>
                    <a:lnTo>
                      <a:pt x="2681" y="5527"/>
                    </a:lnTo>
                    <a:lnTo>
                      <a:pt x="2686" y="5532"/>
                    </a:lnTo>
                    <a:lnTo>
                      <a:pt x="2700" y="5546"/>
                    </a:lnTo>
                    <a:lnTo>
                      <a:pt x="2713" y="5531"/>
                    </a:lnTo>
                    <a:cubicBezTo>
                      <a:pt x="2876" y="5327"/>
                      <a:pt x="2966" y="5070"/>
                      <a:pt x="2968" y="4808"/>
                    </a:cubicBezTo>
                    <a:cubicBezTo>
                      <a:pt x="3046" y="4798"/>
                      <a:pt x="3107" y="4730"/>
                      <a:pt x="3107" y="4649"/>
                    </a:cubicBezTo>
                    <a:lnTo>
                      <a:pt x="3107" y="4195"/>
                    </a:lnTo>
                    <a:lnTo>
                      <a:pt x="3107" y="4176"/>
                    </a:lnTo>
                    <a:cubicBezTo>
                      <a:pt x="3107" y="4096"/>
                      <a:pt x="3046" y="4028"/>
                      <a:pt x="2968" y="4018"/>
                    </a:cubicBezTo>
                    <a:lnTo>
                      <a:pt x="2968" y="3906"/>
                    </a:lnTo>
                    <a:lnTo>
                      <a:pt x="2968" y="1620"/>
                    </a:lnTo>
                    <a:cubicBezTo>
                      <a:pt x="3047" y="1609"/>
                      <a:pt x="3107" y="1542"/>
                      <a:pt x="3107" y="1461"/>
                    </a:cubicBezTo>
                    <a:lnTo>
                      <a:pt x="3107" y="988"/>
                    </a:lnTo>
                    <a:cubicBezTo>
                      <a:pt x="3107" y="906"/>
                      <a:pt x="3047" y="840"/>
                      <a:pt x="2968" y="829"/>
                    </a:cubicBezTo>
                    <a:lnTo>
                      <a:pt x="2968" y="767"/>
                    </a:lnTo>
                    <a:cubicBezTo>
                      <a:pt x="2968" y="344"/>
                      <a:pt x="2624" y="0"/>
                      <a:pt x="2201" y="0"/>
                    </a:cubicBezTo>
                    <a:moveTo>
                      <a:pt x="2201" y="18"/>
                    </a:moveTo>
                    <a:cubicBezTo>
                      <a:pt x="2615" y="18"/>
                      <a:pt x="2950" y="353"/>
                      <a:pt x="2950" y="767"/>
                    </a:cubicBezTo>
                    <a:lnTo>
                      <a:pt x="2950" y="845"/>
                    </a:lnTo>
                    <a:cubicBezTo>
                      <a:pt x="3027" y="848"/>
                      <a:pt x="3089" y="910"/>
                      <a:pt x="3089" y="988"/>
                    </a:cubicBezTo>
                    <a:lnTo>
                      <a:pt x="3089" y="1461"/>
                    </a:lnTo>
                    <a:cubicBezTo>
                      <a:pt x="3089" y="1539"/>
                      <a:pt x="3027" y="1601"/>
                      <a:pt x="2950" y="1603"/>
                    </a:cubicBezTo>
                    <a:lnTo>
                      <a:pt x="2950" y="3906"/>
                    </a:lnTo>
                    <a:lnTo>
                      <a:pt x="2950" y="4034"/>
                    </a:lnTo>
                    <a:cubicBezTo>
                      <a:pt x="3027" y="4036"/>
                      <a:pt x="3089" y="4099"/>
                      <a:pt x="3089" y="4176"/>
                    </a:cubicBezTo>
                    <a:lnTo>
                      <a:pt x="3089" y="4195"/>
                    </a:lnTo>
                    <a:lnTo>
                      <a:pt x="3089" y="4649"/>
                    </a:lnTo>
                    <a:cubicBezTo>
                      <a:pt x="3089" y="4727"/>
                      <a:pt x="3027" y="4790"/>
                      <a:pt x="2950" y="4792"/>
                    </a:cubicBezTo>
                    <a:lnTo>
                      <a:pt x="2950" y="4802"/>
                    </a:lnTo>
                    <a:cubicBezTo>
                      <a:pt x="2950" y="5073"/>
                      <a:pt x="2856" y="5323"/>
                      <a:pt x="2699" y="5520"/>
                    </a:cubicBezTo>
                    <a:lnTo>
                      <a:pt x="2699" y="5520"/>
                    </a:lnTo>
                    <a:lnTo>
                      <a:pt x="2699" y="3807"/>
                    </a:lnTo>
                    <a:cubicBezTo>
                      <a:pt x="2718" y="3775"/>
                      <a:pt x="2723" y="3736"/>
                      <a:pt x="2711" y="3699"/>
                    </a:cubicBezTo>
                    <a:lnTo>
                      <a:pt x="2556" y="3228"/>
                    </a:lnTo>
                    <a:cubicBezTo>
                      <a:pt x="2524" y="3130"/>
                      <a:pt x="2433" y="3069"/>
                      <a:pt x="2336" y="3069"/>
                    </a:cubicBezTo>
                    <a:cubicBezTo>
                      <a:pt x="2334" y="3069"/>
                      <a:pt x="2332" y="3069"/>
                      <a:pt x="2329" y="3069"/>
                    </a:cubicBezTo>
                    <a:lnTo>
                      <a:pt x="2329" y="3069"/>
                    </a:lnTo>
                    <a:lnTo>
                      <a:pt x="2329" y="1237"/>
                    </a:lnTo>
                    <a:cubicBezTo>
                      <a:pt x="2382" y="1233"/>
                      <a:pt x="2428" y="1205"/>
                      <a:pt x="2446" y="1162"/>
                    </a:cubicBezTo>
                    <a:lnTo>
                      <a:pt x="2611" y="779"/>
                    </a:lnTo>
                    <a:cubicBezTo>
                      <a:pt x="2627" y="741"/>
                      <a:pt x="2609" y="700"/>
                      <a:pt x="2567" y="676"/>
                    </a:cubicBezTo>
                    <a:cubicBezTo>
                      <a:pt x="2282" y="518"/>
                      <a:pt x="1932" y="425"/>
                      <a:pt x="1553" y="425"/>
                    </a:cubicBezTo>
                    <a:cubicBezTo>
                      <a:pt x="1174" y="425"/>
                      <a:pt x="824" y="518"/>
                      <a:pt x="540" y="676"/>
                    </a:cubicBezTo>
                    <a:cubicBezTo>
                      <a:pt x="498" y="700"/>
                      <a:pt x="479" y="741"/>
                      <a:pt x="496" y="779"/>
                    </a:cubicBezTo>
                    <a:lnTo>
                      <a:pt x="660" y="1162"/>
                    </a:lnTo>
                    <a:cubicBezTo>
                      <a:pt x="679" y="1205"/>
                      <a:pt x="725" y="1233"/>
                      <a:pt x="777" y="1238"/>
                    </a:cubicBezTo>
                    <a:lnTo>
                      <a:pt x="777" y="3069"/>
                    </a:lnTo>
                    <a:lnTo>
                      <a:pt x="777" y="3069"/>
                    </a:lnTo>
                    <a:cubicBezTo>
                      <a:pt x="775" y="3069"/>
                      <a:pt x="772" y="3069"/>
                      <a:pt x="770" y="3069"/>
                    </a:cubicBezTo>
                    <a:cubicBezTo>
                      <a:pt x="673" y="3069"/>
                      <a:pt x="582" y="3130"/>
                      <a:pt x="550" y="3228"/>
                    </a:cubicBezTo>
                    <a:lnTo>
                      <a:pt x="395" y="3699"/>
                    </a:lnTo>
                    <a:cubicBezTo>
                      <a:pt x="383" y="3736"/>
                      <a:pt x="388" y="3775"/>
                      <a:pt x="408" y="3807"/>
                    </a:cubicBezTo>
                    <a:lnTo>
                      <a:pt x="408" y="5520"/>
                    </a:lnTo>
                    <a:cubicBezTo>
                      <a:pt x="251" y="5323"/>
                      <a:pt x="157" y="5073"/>
                      <a:pt x="157" y="4802"/>
                    </a:cubicBezTo>
                    <a:lnTo>
                      <a:pt x="157" y="4792"/>
                    </a:lnTo>
                    <a:cubicBezTo>
                      <a:pt x="80" y="4790"/>
                      <a:pt x="18" y="4727"/>
                      <a:pt x="18" y="4649"/>
                    </a:cubicBezTo>
                    <a:lnTo>
                      <a:pt x="18" y="4195"/>
                    </a:lnTo>
                    <a:lnTo>
                      <a:pt x="18" y="4176"/>
                    </a:lnTo>
                    <a:cubicBezTo>
                      <a:pt x="18" y="4099"/>
                      <a:pt x="80" y="4036"/>
                      <a:pt x="157" y="4034"/>
                    </a:cubicBezTo>
                    <a:lnTo>
                      <a:pt x="157" y="3906"/>
                    </a:lnTo>
                    <a:lnTo>
                      <a:pt x="157" y="1603"/>
                    </a:lnTo>
                    <a:cubicBezTo>
                      <a:pt x="80" y="1601"/>
                      <a:pt x="18" y="1539"/>
                      <a:pt x="18" y="1461"/>
                    </a:cubicBezTo>
                    <a:lnTo>
                      <a:pt x="18" y="988"/>
                    </a:lnTo>
                    <a:cubicBezTo>
                      <a:pt x="18" y="910"/>
                      <a:pt x="80" y="848"/>
                      <a:pt x="157" y="845"/>
                    </a:cubicBezTo>
                    <a:lnTo>
                      <a:pt x="157" y="767"/>
                    </a:lnTo>
                    <a:cubicBezTo>
                      <a:pt x="157" y="353"/>
                      <a:pt x="492" y="18"/>
                      <a:pt x="905" y="18"/>
                    </a:cubicBezTo>
                    <a:lnTo>
                      <a:pt x="2201" y="18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9" name="Google Shape;799;p29"/>
              <p:cNvSpPr/>
              <p:nvPr/>
            </p:nvSpPr>
            <p:spPr>
              <a:xfrm rot="1799864">
                <a:off x="6563648" y="3411911"/>
                <a:ext cx="516916" cy="1033832"/>
              </a:xfrm>
              <a:custGeom>
                <a:avLst/>
                <a:gdLst/>
                <a:ahLst/>
                <a:cxnLst/>
                <a:rect l="l" t="t" r="r" b="b"/>
                <a:pathLst>
                  <a:path w="1071" h="2142" extrusionOk="0">
                    <a:moveTo>
                      <a:pt x="528" y="1905"/>
                    </a:moveTo>
                    <a:cubicBezTo>
                      <a:pt x="518" y="1905"/>
                      <a:pt x="509" y="1903"/>
                      <a:pt x="501" y="1900"/>
                    </a:cubicBezTo>
                    <a:cubicBezTo>
                      <a:pt x="378" y="1848"/>
                      <a:pt x="270" y="1770"/>
                      <a:pt x="177" y="1668"/>
                    </a:cubicBezTo>
                    <a:cubicBezTo>
                      <a:pt x="129" y="1615"/>
                      <a:pt x="101" y="1541"/>
                      <a:pt x="101" y="1465"/>
                    </a:cubicBezTo>
                    <a:lnTo>
                      <a:pt x="101" y="1405"/>
                    </a:lnTo>
                    <a:cubicBezTo>
                      <a:pt x="101" y="1366"/>
                      <a:pt x="130" y="1344"/>
                      <a:pt x="158" y="1344"/>
                    </a:cubicBezTo>
                    <a:cubicBezTo>
                      <a:pt x="168" y="1344"/>
                      <a:pt x="183" y="1347"/>
                      <a:pt x="197" y="1361"/>
                    </a:cubicBezTo>
                    <a:lnTo>
                      <a:pt x="580" y="1767"/>
                    </a:lnTo>
                    <a:cubicBezTo>
                      <a:pt x="594" y="1782"/>
                      <a:pt x="602" y="1803"/>
                      <a:pt x="602" y="1824"/>
                    </a:cubicBezTo>
                    <a:cubicBezTo>
                      <a:pt x="602" y="1869"/>
                      <a:pt x="569" y="1905"/>
                      <a:pt x="528" y="1905"/>
                    </a:cubicBezTo>
                    <a:moveTo>
                      <a:pt x="0" y="0"/>
                    </a:moveTo>
                    <a:lnTo>
                      <a:pt x="0" y="67"/>
                    </a:lnTo>
                    <a:lnTo>
                      <a:pt x="0" y="1708"/>
                    </a:lnTo>
                    <a:lnTo>
                      <a:pt x="0" y="1714"/>
                    </a:lnTo>
                    <a:lnTo>
                      <a:pt x="3" y="1718"/>
                    </a:lnTo>
                    <a:cubicBezTo>
                      <a:pt x="206" y="1988"/>
                      <a:pt x="508" y="2142"/>
                      <a:pt x="833" y="2142"/>
                    </a:cubicBezTo>
                    <a:lnTo>
                      <a:pt x="1054" y="2142"/>
                    </a:lnTo>
                    <a:lnTo>
                      <a:pt x="1071" y="2142"/>
                    </a:lnTo>
                    <a:lnTo>
                      <a:pt x="1071" y="2125"/>
                    </a:lnTo>
                    <a:lnTo>
                      <a:pt x="1071" y="2008"/>
                    </a:lnTo>
                    <a:lnTo>
                      <a:pt x="1071" y="1991"/>
                    </a:lnTo>
                    <a:lnTo>
                      <a:pt x="1054" y="1991"/>
                    </a:lnTo>
                    <a:lnTo>
                      <a:pt x="769" y="1991"/>
                    </a:lnTo>
                    <a:cubicBezTo>
                      <a:pt x="761" y="1991"/>
                      <a:pt x="754" y="1983"/>
                      <a:pt x="754" y="1973"/>
                    </a:cubicBezTo>
                    <a:cubicBezTo>
                      <a:pt x="754" y="1964"/>
                      <a:pt x="761" y="1956"/>
                      <a:pt x="769" y="1956"/>
                    </a:cubicBezTo>
                    <a:lnTo>
                      <a:pt x="1054" y="1956"/>
                    </a:lnTo>
                    <a:lnTo>
                      <a:pt x="1071" y="1956"/>
                    </a:lnTo>
                    <a:lnTo>
                      <a:pt x="1071" y="1938"/>
                    </a:lnTo>
                    <a:lnTo>
                      <a:pt x="1071" y="1886"/>
                    </a:lnTo>
                    <a:lnTo>
                      <a:pt x="1071" y="1868"/>
                    </a:lnTo>
                    <a:lnTo>
                      <a:pt x="1054" y="1868"/>
                    </a:lnTo>
                    <a:lnTo>
                      <a:pt x="769" y="1868"/>
                    </a:lnTo>
                    <a:cubicBezTo>
                      <a:pt x="761" y="1868"/>
                      <a:pt x="754" y="1860"/>
                      <a:pt x="754" y="1851"/>
                    </a:cubicBezTo>
                    <a:cubicBezTo>
                      <a:pt x="754" y="1842"/>
                      <a:pt x="761" y="1834"/>
                      <a:pt x="769" y="1834"/>
                    </a:cubicBezTo>
                    <a:lnTo>
                      <a:pt x="1054" y="1834"/>
                    </a:lnTo>
                    <a:lnTo>
                      <a:pt x="1071" y="1834"/>
                    </a:lnTo>
                    <a:lnTo>
                      <a:pt x="1071" y="1816"/>
                    </a:lnTo>
                    <a:lnTo>
                      <a:pt x="1071" y="1764"/>
                    </a:lnTo>
                    <a:lnTo>
                      <a:pt x="1071" y="1746"/>
                    </a:lnTo>
                    <a:lnTo>
                      <a:pt x="1054" y="1746"/>
                    </a:lnTo>
                    <a:lnTo>
                      <a:pt x="769" y="1746"/>
                    </a:lnTo>
                    <a:cubicBezTo>
                      <a:pt x="761" y="1746"/>
                      <a:pt x="754" y="1738"/>
                      <a:pt x="754" y="1729"/>
                    </a:cubicBezTo>
                    <a:cubicBezTo>
                      <a:pt x="754" y="1719"/>
                      <a:pt x="761" y="1711"/>
                      <a:pt x="769" y="1711"/>
                    </a:cubicBezTo>
                    <a:lnTo>
                      <a:pt x="1054" y="1711"/>
                    </a:lnTo>
                    <a:lnTo>
                      <a:pt x="1071" y="1711"/>
                    </a:lnTo>
                    <a:lnTo>
                      <a:pt x="1071" y="1694"/>
                    </a:lnTo>
                    <a:lnTo>
                      <a:pt x="1071" y="449"/>
                    </a:lnTo>
                    <a:lnTo>
                      <a:pt x="1071" y="432"/>
                    </a:lnTo>
                    <a:lnTo>
                      <a:pt x="1054" y="432"/>
                    </a:lnTo>
                    <a:cubicBezTo>
                      <a:pt x="694" y="432"/>
                      <a:pt x="350" y="313"/>
                      <a:pt x="60" y="90"/>
                    </a:cubicBezTo>
                    <a:cubicBezTo>
                      <a:pt x="49" y="81"/>
                      <a:pt x="40" y="71"/>
                      <a:pt x="33" y="58"/>
                    </a:cubicBezTo>
                    <a:lnTo>
                      <a:pt x="0" y="0"/>
                    </a:lnTo>
                    <a:moveTo>
                      <a:pt x="528" y="1923"/>
                    </a:moveTo>
                    <a:cubicBezTo>
                      <a:pt x="576" y="1923"/>
                      <a:pt x="620" y="1880"/>
                      <a:pt x="620" y="1824"/>
                    </a:cubicBezTo>
                    <a:cubicBezTo>
                      <a:pt x="620" y="1798"/>
                      <a:pt x="610" y="1773"/>
                      <a:pt x="593" y="1755"/>
                    </a:cubicBezTo>
                    <a:lnTo>
                      <a:pt x="210" y="1349"/>
                    </a:lnTo>
                    <a:cubicBezTo>
                      <a:pt x="195" y="1333"/>
                      <a:pt x="176" y="1326"/>
                      <a:pt x="158" y="1326"/>
                    </a:cubicBezTo>
                    <a:cubicBezTo>
                      <a:pt x="120" y="1326"/>
                      <a:pt x="83" y="1357"/>
                      <a:pt x="83" y="1405"/>
                    </a:cubicBezTo>
                    <a:lnTo>
                      <a:pt x="83" y="1465"/>
                    </a:lnTo>
                    <a:cubicBezTo>
                      <a:pt x="83" y="1545"/>
                      <a:pt x="112" y="1623"/>
                      <a:pt x="164" y="1680"/>
                    </a:cubicBezTo>
                    <a:cubicBezTo>
                      <a:pt x="257" y="1782"/>
                      <a:pt x="369" y="1862"/>
                      <a:pt x="494" y="1916"/>
                    </a:cubicBezTo>
                    <a:cubicBezTo>
                      <a:pt x="505" y="1921"/>
                      <a:pt x="516" y="1923"/>
                      <a:pt x="528" y="1923"/>
                    </a:cubicBezTo>
                    <a:moveTo>
                      <a:pt x="17" y="67"/>
                    </a:moveTo>
                    <a:cubicBezTo>
                      <a:pt x="25" y="81"/>
                      <a:pt x="36" y="93"/>
                      <a:pt x="49" y="104"/>
                    </a:cubicBezTo>
                    <a:cubicBezTo>
                      <a:pt x="331" y="321"/>
                      <a:pt x="678" y="449"/>
                      <a:pt x="1054" y="449"/>
                    </a:cubicBezTo>
                    <a:lnTo>
                      <a:pt x="1054" y="1694"/>
                    </a:lnTo>
                    <a:lnTo>
                      <a:pt x="769" y="1694"/>
                    </a:lnTo>
                    <a:cubicBezTo>
                      <a:pt x="751" y="1694"/>
                      <a:pt x="737" y="1709"/>
                      <a:pt x="737" y="1729"/>
                    </a:cubicBezTo>
                    <a:cubicBezTo>
                      <a:pt x="737" y="1748"/>
                      <a:pt x="751" y="1764"/>
                      <a:pt x="769" y="1764"/>
                    </a:cubicBezTo>
                    <a:lnTo>
                      <a:pt x="1054" y="1764"/>
                    </a:lnTo>
                    <a:lnTo>
                      <a:pt x="1054" y="1816"/>
                    </a:lnTo>
                    <a:lnTo>
                      <a:pt x="769" y="1816"/>
                    </a:lnTo>
                    <a:cubicBezTo>
                      <a:pt x="751" y="1816"/>
                      <a:pt x="737" y="1832"/>
                      <a:pt x="737" y="1851"/>
                    </a:cubicBezTo>
                    <a:cubicBezTo>
                      <a:pt x="737" y="1870"/>
                      <a:pt x="751" y="1886"/>
                      <a:pt x="769" y="1886"/>
                    </a:cubicBezTo>
                    <a:lnTo>
                      <a:pt x="1054" y="1886"/>
                    </a:lnTo>
                    <a:lnTo>
                      <a:pt x="1054" y="1938"/>
                    </a:lnTo>
                    <a:lnTo>
                      <a:pt x="769" y="1938"/>
                    </a:lnTo>
                    <a:cubicBezTo>
                      <a:pt x="751" y="1938"/>
                      <a:pt x="737" y="1954"/>
                      <a:pt x="737" y="1973"/>
                    </a:cubicBezTo>
                    <a:cubicBezTo>
                      <a:pt x="737" y="1992"/>
                      <a:pt x="751" y="2008"/>
                      <a:pt x="769" y="2008"/>
                    </a:cubicBezTo>
                    <a:lnTo>
                      <a:pt x="1054" y="2008"/>
                    </a:lnTo>
                    <a:lnTo>
                      <a:pt x="1054" y="2125"/>
                    </a:lnTo>
                    <a:lnTo>
                      <a:pt x="833" y="2125"/>
                    </a:lnTo>
                    <a:cubicBezTo>
                      <a:pt x="503" y="2125"/>
                      <a:pt x="208" y="1962"/>
                      <a:pt x="17" y="1708"/>
                    </a:cubicBezTo>
                    <a:lnTo>
                      <a:pt x="17" y="6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29"/>
              <p:cNvSpPr/>
              <p:nvPr/>
            </p:nvSpPr>
            <p:spPr>
              <a:xfrm rot="1799864">
                <a:off x="7021584" y="3678886"/>
                <a:ext cx="524156" cy="1033349"/>
              </a:xfrm>
              <a:custGeom>
                <a:avLst/>
                <a:gdLst/>
                <a:ahLst/>
                <a:cxnLst/>
                <a:rect l="l" t="t" r="r" b="b"/>
                <a:pathLst>
                  <a:path w="1086" h="2141" extrusionOk="0">
                    <a:moveTo>
                      <a:pt x="548" y="1904"/>
                    </a:moveTo>
                    <a:cubicBezTo>
                      <a:pt x="506" y="1904"/>
                      <a:pt x="473" y="1868"/>
                      <a:pt x="473" y="1823"/>
                    </a:cubicBezTo>
                    <a:cubicBezTo>
                      <a:pt x="473" y="1802"/>
                      <a:pt x="481" y="1781"/>
                      <a:pt x="495" y="1766"/>
                    </a:cubicBezTo>
                    <a:lnTo>
                      <a:pt x="882" y="1360"/>
                    </a:lnTo>
                    <a:cubicBezTo>
                      <a:pt x="896" y="1346"/>
                      <a:pt x="911" y="1343"/>
                      <a:pt x="921" y="1343"/>
                    </a:cubicBezTo>
                    <a:cubicBezTo>
                      <a:pt x="950" y="1343"/>
                      <a:pt x="979" y="1365"/>
                      <a:pt x="979" y="1404"/>
                    </a:cubicBezTo>
                    <a:lnTo>
                      <a:pt x="979" y="1464"/>
                    </a:lnTo>
                    <a:cubicBezTo>
                      <a:pt x="979" y="1541"/>
                      <a:pt x="951" y="1614"/>
                      <a:pt x="902" y="1667"/>
                    </a:cubicBezTo>
                    <a:cubicBezTo>
                      <a:pt x="810" y="1767"/>
                      <a:pt x="697" y="1847"/>
                      <a:pt x="576" y="1899"/>
                    </a:cubicBezTo>
                    <a:cubicBezTo>
                      <a:pt x="567" y="1902"/>
                      <a:pt x="557" y="1904"/>
                      <a:pt x="548" y="1904"/>
                    </a:cubicBezTo>
                    <a:moveTo>
                      <a:pt x="1080" y="0"/>
                    </a:moveTo>
                    <a:lnTo>
                      <a:pt x="1047" y="57"/>
                    </a:lnTo>
                    <a:cubicBezTo>
                      <a:pt x="1040" y="70"/>
                      <a:pt x="1031" y="80"/>
                      <a:pt x="1020" y="89"/>
                    </a:cubicBezTo>
                    <a:cubicBezTo>
                      <a:pt x="727" y="312"/>
                      <a:pt x="380" y="431"/>
                      <a:pt x="18" y="431"/>
                    </a:cubicBezTo>
                    <a:lnTo>
                      <a:pt x="0" y="431"/>
                    </a:lnTo>
                    <a:lnTo>
                      <a:pt x="0" y="448"/>
                    </a:lnTo>
                    <a:lnTo>
                      <a:pt x="0" y="1693"/>
                    </a:lnTo>
                    <a:lnTo>
                      <a:pt x="0" y="1710"/>
                    </a:lnTo>
                    <a:lnTo>
                      <a:pt x="18" y="1710"/>
                    </a:lnTo>
                    <a:lnTo>
                      <a:pt x="304" y="1710"/>
                    </a:lnTo>
                    <a:cubicBezTo>
                      <a:pt x="313" y="1710"/>
                      <a:pt x="320" y="1718"/>
                      <a:pt x="320" y="1728"/>
                    </a:cubicBezTo>
                    <a:cubicBezTo>
                      <a:pt x="320" y="1737"/>
                      <a:pt x="313" y="1745"/>
                      <a:pt x="304" y="1745"/>
                    </a:cubicBezTo>
                    <a:lnTo>
                      <a:pt x="18" y="1745"/>
                    </a:lnTo>
                    <a:lnTo>
                      <a:pt x="0" y="1745"/>
                    </a:lnTo>
                    <a:lnTo>
                      <a:pt x="0" y="1763"/>
                    </a:lnTo>
                    <a:lnTo>
                      <a:pt x="0" y="1815"/>
                    </a:lnTo>
                    <a:lnTo>
                      <a:pt x="0" y="1833"/>
                    </a:lnTo>
                    <a:lnTo>
                      <a:pt x="18" y="1833"/>
                    </a:lnTo>
                    <a:lnTo>
                      <a:pt x="304" y="1833"/>
                    </a:lnTo>
                    <a:cubicBezTo>
                      <a:pt x="313" y="1833"/>
                      <a:pt x="320" y="1841"/>
                      <a:pt x="320" y="1850"/>
                    </a:cubicBezTo>
                    <a:cubicBezTo>
                      <a:pt x="320" y="1859"/>
                      <a:pt x="313" y="1867"/>
                      <a:pt x="304" y="1867"/>
                    </a:cubicBezTo>
                    <a:lnTo>
                      <a:pt x="18" y="1867"/>
                    </a:lnTo>
                    <a:lnTo>
                      <a:pt x="0" y="1867"/>
                    </a:lnTo>
                    <a:lnTo>
                      <a:pt x="0" y="1885"/>
                    </a:lnTo>
                    <a:lnTo>
                      <a:pt x="0" y="1937"/>
                    </a:lnTo>
                    <a:lnTo>
                      <a:pt x="0" y="1955"/>
                    </a:lnTo>
                    <a:lnTo>
                      <a:pt x="18" y="1955"/>
                    </a:lnTo>
                    <a:lnTo>
                      <a:pt x="304" y="1955"/>
                    </a:lnTo>
                    <a:cubicBezTo>
                      <a:pt x="313" y="1955"/>
                      <a:pt x="320" y="1963"/>
                      <a:pt x="320" y="1972"/>
                    </a:cubicBezTo>
                    <a:cubicBezTo>
                      <a:pt x="320" y="1982"/>
                      <a:pt x="313" y="1990"/>
                      <a:pt x="304" y="1990"/>
                    </a:cubicBezTo>
                    <a:lnTo>
                      <a:pt x="18" y="1990"/>
                    </a:lnTo>
                    <a:lnTo>
                      <a:pt x="0" y="1990"/>
                    </a:lnTo>
                    <a:lnTo>
                      <a:pt x="0" y="2007"/>
                    </a:lnTo>
                    <a:lnTo>
                      <a:pt x="0" y="2124"/>
                    </a:lnTo>
                    <a:lnTo>
                      <a:pt x="0" y="2141"/>
                    </a:lnTo>
                    <a:lnTo>
                      <a:pt x="18" y="2141"/>
                    </a:lnTo>
                    <a:lnTo>
                      <a:pt x="240" y="2141"/>
                    </a:lnTo>
                    <a:cubicBezTo>
                      <a:pt x="567" y="2141"/>
                      <a:pt x="873" y="1987"/>
                      <a:pt x="1077" y="1718"/>
                    </a:cubicBezTo>
                    <a:lnTo>
                      <a:pt x="1086" y="1706"/>
                    </a:lnTo>
                    <a:lnTo>
                      <a:pt x="1080" y="1700"/>
                    </a:lnTo>
                    <a:lnTo>
                      <a:pt x="1080" y="66"/>
                    </a:lnTo>
                    <a:lnTo>
                      <a:pt x="1080" y="0"/>
                    </a:lnTo>
                    <a:moveTo>
                      <a:pt x="548" y="1922"/>
                    </a:moveTo>
                    <a:cubicBezTo>
                      <a:pt x="559" y="1922"/>
                      <a:pt x="571" y="1920"/>
                      <a:pt x="582" y="1915"/>
                    </a:cubicBezTo>
                    <a:cubicBezTo>
                      <a:pt x="709" y="1861"/>
                      <a:pt x="822" y="1781"/>
                      <a:pt x="915" y="1679"/>
                    </a:cubicBezTo>
                    <a:cubicBezTo>
                      <a:pt x="968" y="1622"/>
                      <a:pt x="996" y="1544"/>
                      <a:pt x="996" y="1464"/>
                    </a:cubicBezTo>
                    <a:lnTo>
                      <a:pt x="996" y="1404"/>
                    </a:lnTo>
                    <a:cubicBezTo>
                      <a:pt x="996" y="1356"/>
                      <a:pt x="960" y="1325"/>
                      <a:pt x="921" y="1325"/>
                    </a:cubicBezTo>
                    <a:cubicBezTo>
                      <a:pt x="903" y="1325"/>
                      <a:pt x="884" y="1332"/>
                      <a:pt x="869" y="1348"/>
                    </a:cubicBezTo>
                    <a:lnTo>
                      <a:pt x="482" y="1754"/>
                    </a:lnTo>
                    <a:cubicBezTo>
                      <a:pt x="465" y="1772"/>
                      <a:pt x="455" y="1797"/>
                      <a:pt x="455" y="1823"/>
                    </a:cubicBezTo>
                    <a:cubicBezTo>
                      <a:pt x="455" y="1879"/>
                      <a:pt x="499" y="1922"/>
                      <a:pt x="548" y="1922"/>
                    </a:cubicBezTo>
                    <a:moveTo>
                      <a:pt x="1063" y="66"/>
                    </a:moveTo>
                    <a:lnTo>
                      <a:pt x="1063" y="1707"/>
                    </a:lnTo>
                    <a:lnTo>
                      <a:pt x="1063" y="1707"/>
                    </a:lnTo>
                    <a:cubicBezTo>
                      <a:pt x="870" y="1961"/>
                      <a:pt x="573" y="2124"/>
                      <a:pt x="240" y="2124"/>
                    </a:cubicBezTo>
                    <a:lnTo>
                      <a:pt x="18" y="2124"/>
                    </a:lnTo>
                    <a:lnTo>
                      <a:pt x="18" y="2007"/>
                    </a:lnTo>
                    <a:lnTo>
                      <a:pt x="304" y="2007"/>
                    </a:lnTo>
                    <a:cubicBezTo>
                      <a:pt x="322" y="2007"/>
                      <a:pt x="337" y="1991"/>
                      <a:pt x="337" y="1972"/>
                    </a:cubicBezTo>
                    <a:cubicBezTo>
                      <a:pt x="337" y="1953"/>
                      <a:pt x="322" y="1937"/>
                      <a:pt x="304" y="1937"/>
                    </a:cubicBezTo>
                    <a:lnTo>
                      <a:pt x="18" y="1937"/>
                    </a:lnTo>
                    <a:lnTo>
                      <a:pt x="18" y="1885"/>
                    </a:lnTo>
                    <a:lnTo>
                      <a:pt x="304" y="1885"/>
                    </a:lnTo>
                    <a:cubicBezTo>
                      <a:pt x="322" y="1885"/>
                      <a:pt x="337" y="1869"/>
                      <a:pt x="337" y="1850"/>
                    </a:cubicBezTo>
                    <a:cubicBezTo>
                      <a:pt x="337" y="1831"/>
                      <a:pt x="322" y="1815"/>
                      <a:pt x="304" y="1815"/>
                    </a:cubicBezTo>
                    <a:lnTo>
                      <a:pt x="18" y="1815"/>
                    </a:lnTo>
                    <a:lnTo>
                      <a:pt x="18" y="1763"/>
                    </a:lnTo>
                    <a:lnTo>
                      <a:pt x="304" y="1763"/>
                    </a:lnTo>
                    <a:cubicBezTo>
                      <a:pt x="322" y="1763"/>
                      <a:pt x="337" y="1747"/>
                      <a:pt x="337" y="1728"/>
                    </a:cubicBezTo>
                    <a:cubicBezTo>
                      <a:pt x="337" y="1708"/>
                      <a:pt x="322" y="1693"/>
                      <a:pt x="304" y="1693"/>
                    </a:cubicBezTo>
                    <a:lnTo>
                      <a:pt x="18" y="1693"/>
                    </a:lnTo>
                    <a:lnTo>
                      <a:pt x="18" y="448"/>
                    </a:lnTo>
                    <a:cubicBezTo>
                      <a:pt x="396" y="448"/>
                      <a:pt x="746" y="320"/>
                      <a:pt x="1031" y="103"/>
                    </a:cubicBezTo>
                    <a:cubicBezTo>
                      <a:pt x="1044" y="92"/>
                      <a:pt x="1055" y="80"/>
                      <a:pt x="1063" y="6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1" name="Google Shape;801;p29"/>
            <p:cNvGrpSpPr/>
            <p:nvPr/>
          </p:nvGrpSpPr>
          <p:grpSpPr>
            <a:xfrm rot="6299960">
              <a:off x="7701031" y="1741743"/>
              <a:ext cx="989690" cy="984336"/>
              <a:chOff x="7550280" y="205025"/>
              <a:chExt cx="989720" cy="984365"/>
            </a:xfrm>
          </p:grpSpPr>
          <p:grpSp>
            <p:nvGrpSpPr>
              <p:cNvPr id="802" name="Google Shape;802;p29"/>
              <p:cNvGrpSpPr/>
              <p:nvPr/>
            </p:nvGrpSpPr>
            <p:grpSpPr>
              <a:xfrm>
                <a:off x="7550280" y="241510"/>
                <a:ext cx="948240" cy="947880"/>
                <a:chOff x="3374280" y="221760"/>
                <a:chExt cx="948240" cy="947880"/>
              </a:xfrm>
            </p:grpSpPr>
            <p:sp>
              <p:nvSpPr>
                <p:cNvPr id="803" name="Google Shape;803;p29"/>
                <p:cNvSpPr/>
                <p:nvPr/>
              </p:nvSpPr>
              <p:spPr>
                <a:xfrm>
                  <a:off x="3448440" y="295560"/>
                  <a:ext cx="500760" cy="52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1" h="1445" extrusionOk="0">
                      <a:moveTo>
                        <a:pt x="330" y="1445"/>
                      </a:moveTo>
                      <a:cubicBezTo>
                        <a:pt x="315" y="1446"/>
                        <a:pt x="300" y="1440"/>
                        <a:pt x="288" y="1428"/>
                      </a:cubicBezTo>
                      <a:lnTo>
                        <a:pt x="17" y="1162"/>
                      </a:lnTo>
                      <a:cubicBezTo>
                        <a:pt x="6" y="1151"/>
                        <a:pt x="0" y="1136"/>
                        <a:pt x="0" y="1121"/>
                      </a:cubicBezTo>
                      <a:cubicBezTo>
                        <a:pt x="0" y="1105"/>
                        <a:pt x="6" y="1090"/>
                        <a:pt x="16" y="1079"/>
                      </a:cubicBezTo>
                      <a:lnTo>
                        <a:pt x="1060" y="18"/>
                      </a:lnTo>
                      <a:cubicBezTo>
                        <a:pt x="1083" y="-6"/>
                        <a:pt x="1120" y="-6"/>
                        <a:pt x="1143" y="17"/>
                      </a:cubicBezTo>
                      <a:lnTo>
                        <a:pt x="1373" y="243"/>
                      </a:lnTo>
                      <a:cubicBezTo>
                        <a:pt x="1397" y="266"/>
                        <a:pt x="1397" y="303"/>
                        <a:pt x="1374" y="326"/>
                      </a:cubicBezTo>
                      <a:cubicBezTo>
                        <a:pt x="1351" y="350"/>
                        <a:pt x="1314" y="350"/>
                        <a:pt x="1291" y="327"/>
                      </a:cubicBezTo>
                      <a:lnTo>
                        <a:pt x="1103" y="142"/>
                      </a:lnTo>
                      <a:lnTo>
                        <a:pt x="142" y="1120"/>
                      </a:lnTo>
                      <a:lnTo>
                        <a:pt x="370" y="1345"/>
                      </a:lnTo>
                      <a:cubicBezTo>
                        <a:pt x="394" y="1367"/>
                        <a:pt x="394" y="1405"/>
                        <a:pt x="371" y="1428"/>
                      </a:cubicBezTo>
                      <a:cubicBezTo>
                        <a:pt x="360" y="1439"/>
                        <a:pt x="345" y="1445"/>
                        <a:pt x="330" y="144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4" name="Google Shape;804;p29"/>
                <p:cNvSpPr/>
                <p:nvPr/>
              </p:nvSpPr>
              <p:spPr>
                <a:xfrm>
                  <a:off x="3374280" y="221760"/>
                  <a:ext cx="948240" cy="947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4" h="2633" extrusionOk="0">
                      <a:moveTo>
                        <a:pt x="56" y="1327"/>
                      </a:moveTo>
                      <a:lnTo>
                        <a:pt x="1328" y="2577"/>
                      </a:lnTo>
                      <a:lnTo>
                        <a:pt x="2578" y="1305"/>
                      </a:lnTo>
                      <a:lnTo>
                        <a:pt x="1306" y="55"/>
                      </a:lnTo>
                      <a:lnTo>
                        <a:pt x="56" y="1327"/>
                      </a:lnTo>
                      <a:moveTo>
                        <a:pt x="1328" y="2633"/>
                      </a:moveTo>
                      <a:cubicBezTo>
                        <a:pt x="1322" y="2633"/>
                        <a:pt x="1316" y="2630"/>
                        <a:pt x="1312" y="2626"/>
                      </a:cubicBezTo>
                      <a:lnTo>
                        <a:pt x="7" y="1344"/>
                      </a:lnTo>
                      <a:cubicBezTo>
                        <a:pt x="3" y="1339"/>
                        <a:pt x="0" y="1334"/>
                        <a:pt x="0" y="1328"/>
                      </a:cubicBezTo>
                      <a:cubicBezTo>
                        <a:pt x="0" y="1321"/>
                        <a:pt x="2" y="1316"/>
                        <a:pt x="7" y="1311"/>
                      </a:cubicBezTo>
                      <a:lnTo>
                        <a:pt x="1289" y="6"/>
                      </a:lnTo>
                      <a:cubicBezTo>
                        <a:pt x="1298" y="-2"/>
                        <a:pt x="1313" y="-3"/>
                        <a:pt x="1322" y="6"/>
                      </a:cubicBezTo>
                      <a:lnTo>
                        <a:pt x="2627" y="1288"/>
                      </a:lnTo>
                      <a:cubicBezTo>
                        <a:pt x="2631" y="1293"/>
                        <a:pt x="2634" y="1299"/>
                        <a:pt x="2634" y="1305"/>
                      </a:cubicBezTo>
                      <a:cubicBezTo>
                        <a:pt x="2634" y="1311"/>
                        <a:pt x="2631" y="1317"/>
                        <a:pt x="2627" y="1321"/>
                      </a:cubicBezTo>
                      <a:lnTo>
                        <a:pt x="1345" y="2626"/>
                      </a:lnTo>
                      <a:cubicBezTo>
                        <a:pt x="1340" y="2630"/>
                        <a:pt x="1334" y="2632"/>
                        <a:pt x="1328" y="263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5" name="Google Shape;805;p29"/>
                <p:cNvSpPr/>
                <p:nvPr/>
              </p:nvSpPr>
              <p:spPr>
                <a:xfrm>
                  <a:off x="3615120" y="462240"/>
                  <a:ext cx="466560" cy="466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" h="1296" extrusionOk="0">
                      <a:moveTo>
                        <a:pt x="11" y="653"/>
                      </a:moveTo>
                      <a:lnTo>
                        <a:pt x="653" y="1285"/>
                      </a:lnTo>
                      <a:lnTo>
                        <a:pt x="1285" y="642"/>
                      </a:lnTo>
                      <a:lnTo>
                        <a:pt x="642" y="11"/>
                      </a:lnTo>
                      <a:lnTo>
                        <a:pt x="11" y="653"/>
                      </a:lnTo>
                      <a:moveTo>
                        <a:pt x="653" y="1296"/>
                      </a:moveTo>
                      <a:cubicBezTo>
                        <a:pt x="652" y="1296"/>
                        <a:pt x="651" y="1296"/>
                        <a:pt x="650" y="1295"/>
                      </a:cubicBezTo>
                      <a:lnTo>
                        <a:pt x="1" y="657"/>
                      </a:lnTo>
                      <a:cubicBezTo>
                        <a:pt x="1" y="656"/>
                        <a:pt x="0" y="655"/>
                        <a:pt x="0" y="654"/>
                      </a:cubicBezTo>
                      <a:cubicBezTo>
                        <a:pt x="0" y="653"/>
                        <a:pt x="1" y="651"/>
                        <a:pt x="1" y="651"/>
                      </a:cubicBezTo>
                      <a:lnTo>
                        <a:pt x="639" y="1"/>
                      </a:lnTo>
                      <a:cubicBezTo>
                        <a:pt x="641" y="0"/>
                        <a:pt x="644" y="0"/>
                        <a:pt x="645" y="1"/>
                      </a:cubicBezTo>
                      <a:lnTo>
                        <a:pt x="1294" y="639"/>
                      </a:lnTo>
                      <a:cubicBezTo>
                        <a:pt x="1295" y="640"/>
                        <a:pt x="1296" y="641"/>
                        <a:pt x="1296" y="642"/>
                      </a:cubicBezTo>
                      <a:cubicBezTo>
                        <a:pt x="1296" y="644"/>
                        <a:pt x="1295" y="645"/>
                        <a:pt x="1294" y="646"/>
                      </a:cubicBezTo>
                      <a:lnTo>
                        <a:pt x="657" y="1294"/>
                      </a:lnTo>
                      <a:cubicBezTo>
                        <a:pt x="656" y="1296"/>
                        <a:pt x="655" y="1296"/>
                        <a:pt x="653" y="1296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6" name="Google Shape;806;p29"/>
                <p:cNvSpPr/>
                <p:nvPr/>
              </p:nvSpPr>
              <p:spPr>
                <a:xfrm>
                  <a:off x="3639240" y="483480"/>
                  <a:ext cx="609120" cy="61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92" h="1700" extrusionOk="0">
                      <a:moveTo>
                        <a:pt x="591" y="1700"/>
                      </a:moveTo>
                      <a:cubicBezTo>
                        <a:pt x="575" y="1701"/>
                        <a:pt x="560" y="1695"/>
                        <a:pt x="549" y="1683"/>
                      </a:cubicBezTo>
                      <a:lnTo>
                        <a:pt x="18" y="1162"/>
                      </a:lnTo>
                      <a:cubicBezTo>
                        <a:pt x="-5" y="1139"/>
                        <a:pt x="-5" y="1102"/>
                        <a:pt x="17" y="1078"/>
                      </a:cubicBezTo>
                      <a:cubicBezTo>
                        <a:pt x="40" y="1056"/>
                        <a:pt x="78" y="1055"/>
                        <a:pt x="100" y="1078"/>
                      </a:cubicBezTo>
                      <a:lnTo>
                        <a:pt x="589" y="1558"/>
                      </a:lnTo>
                      <a:lnTo>
                        <a:pt x="1550" y="581"/>
                      </a:lnTo>
                      <a:lnTo>
                        <a:pt x="1061" y="100"/>
                      </a:lnTo>
                      <a:cubicBezTo>
                        <a:pt x="1038" y="77"/>
                        <a:pt x="1038" y="40"/>
                        <a:pt x="1061" y="17"/>
                      </a:cubicBezTo>
                      <a:cubicBezTo>
                        <a:pt x="1083" y="-6"/>
                        <a:pt x="1121" y="-6"/>
                        <a:pt x="1144" y="16"/>
                      </a:cubicBezTo>
                      <a:lnTo>
                        <a:pt x="1675" y="538"/>
                      </a:lnTo>
                      <a:cubicBezTo>
                        <a:pt x="1698" y="561"/>
                        <a:pt x="1698" y="598"/>
                        <a:pt x="1675" y="621"/>
                      </a:cubicBezTo>
                      <a:lnTo>
                        <a:pt x="632" y="1683"/>
                      </a:lnTo>
                      <a:cubicBezTo>
                        <a:pt x="621" y="1694"/>
                        <a:pt x="606" y="1700"/>
                        <a:pt x="591" y="170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7" name="Google Shape;807;p29"/>
                <p:cNvSpPr/>
                <p:nvPr/>
              </p:nvSpPr>
              <p:spPr>
                <a:xfrm>
                  <a:off x="3488605" y="718043"/>
                  <a:ext cx="319680" cy="3146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8" h="874" extrusionOk="0">
                      <a:moveTo>
                        <a:pt x="829" y="874"/>
                      </a:moveTo>
                      <a:cubicBezTo>
                        <a:pt x="814" y="874"/>
                        <a:pt x="800" y="868"/>
                        <a:pt x="788" y="857"/>
                      </a:cubicBezTo>
                      <a:lnTo>
                        <a:pt x="18" y="100"/>
                      </a:lnTo>
                      <a:cubicBezTo>
                        <a:pt x="-5" y="78"/>
                        <a:pt x="-6" y="40"/>
                        <a:pt x="17" y="17"/>
                      </a:cubicBezTo>
                      <a:cubicBezTo>
                        <a:pt x="40" y="-6"/>
                        <a:pt x="77" y="-6"/>
                        <a:pt x="100" y="17"/>
                      </a:cubicBezTo>
                      <a:lnTo>
                        <a:pt x="870" y="773"/>
                      </a:lnTo>
                      <a:cubicBezTo>
                        <a:pt x="894" y="796"/>
                        <a:pt x="894" y="833"/>
                        <a:pt x="871" y="857"/>
                      </a:cubicBezTo>
                      <a:cubicBezTo>
                        <a:pt x="860" y="868"/>
                        <a:pt x="845" y="874"/>
                        <a:pt x="829" y="87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0000" tIns="45000" rIns="90000" bIns="45000" anchor="ctr" anchorCtr="1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cxnSp>
            <p:nvCxnSpPr>
              <p:cNvPr id="808" name="Google Shape;808;p29"/>
              <p:cNvCxnSpPr/>
              <p:nvPr/>
            </p:nvCxnSpPr>
            <p:spPr>
              <a:xfrm rot="10800000" flipH="1">
                <a:off x="8023400" y="205025"/>
                <a:ext cx="516600" cy="51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</p:grpSp>
      </p:grpSp>
      <p:grpSp>
        <p:nvGrpSpPr>
          <p:cNvPr id="809" name="Google Shape;809;p29"/>
          <p:cNvGrpSpPr/>
          <p:nvPr/>
        </p:nvGrpSpPr>
        <p:grpSpPr>
          <a:xfrm>
            <a:off x="-371727" y="-3216225"/>
            <a:ext cx="8802499" cy="10028158"/>
            <a:chOff x="-371727" y="-3216225"/>
            <a:chExt cx="8802499" cy="10028158"/>
          </a:xfrm>
        </p:grpSpPr>
        <p:pic>
          <p:nvPicPr>
            <p:cNvPr id="810" name="Google Shape;810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2" flipH="1">
              <a:off x="-3466154" y="-121796"/>
              <a:ext cx="10028158" cy="38393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11" name="Google Shape;811;p29"/>
            <p:cNvGrpSpPr/>
            <p:nvPr/>
          </p:nvGrpSpPr>
          <p:grpSpPr>
            <a:xfrm>
              <a:off x="7960973" y="474341"/>
              <a:ext cx="469800" cy="65160"/>
              <a:chOff x="9146520" y="317880"/>
              <a:chExt cx="469800" cy="65160"/>
            </a:xfrm>
          </p:grpSpPr>
          <p:sp>
            <p:nvSpPr>
              <p:cNvPr id="812" name="Google Shape;812;p29"/>
              <p:cNvSpPr/>
              <p:nvPr/>
            </p:nvSpPr>
            <p:spPr>
              <a:xfrm>
                <a:off x="914652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1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1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29"/>
              <p:cNvSpPr/>
              <p:nvPr/>
            </p:nvSpPr>
            <p:spPr>
              <a:xfrm>
                <a:off x="934884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4" name="Google Shape;814;p29"/>
              <p:cNvSpPr/>
              <p:nvPr/>
            </p:nvSpPr>
            <p:spPr>
              <a:xfrm>
                <a:off x="9551160" y="317880"/>
                <a:ext cx="65160" cy="65160"/>
              </a:xfrm>
              <a:custGeom>
                <a:avLst/>
                <a:gdLst/>
                <a:ahLst/>
                <a:cxnLst/>
                <a:rect l="l" t="t" r="r" b="b"/>
                <a:pathLst>
                  <a:path w="181" h="181" extrusionOk="0">
                    <a:moveTo>
                      <a:pt x="181" y="91"/>
                    </a:moveTo>
                    <a:cubicBezTo>
                      <a:pt x="181" y="141"/>
                      <a:pt x="141" y="181"/>
                      <a:pt x="90" y="181"/>
                    </a:cubicBezTo>
                    <a:cubicBezTo>
                      <a:pt x="40" y="181"/>
                      <a:pt x="0" y="141"/>
                      <a:pt x="0" y="91"/>
                    </a:cubicBezTo>
                    <a:cubicBezTo>
                      <a:pt x="0" y="40"/>
                      <a:pt x="40" y="0"/>
                      <a:pt x="90" y="0"/>
                    </a:cubicBezTo>
                    <a:cubicBezTo>
                      <a:pt x="141" y="0"/>
                      <a:pt x="181" y="40"/>
                      <a:pt x="181" y="9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0000" tIns="20150" rIns="90000" bIns="2015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●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○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■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●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○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■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●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○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Nunito Sans"/>
              <a:buChar char="■"/>
              <a:defRPr sz="1200">
                <a:solidFill>
                  <a:schemeClr val="accent6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5" r:id="rId12"/>
    <p:sldLayoutId id="2147483667" r:id="rId13"/>
    <p:sldLayoutId id="2147483674" r:id="rId14"/>
    <p:sldLayoutId id="2147483675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33"/>
          <p:cNvSpPr txBox="1">
            <a:spLocks noGrp="1"/>
          </p:cNvSpPr>
          <p:nvPr>
            <p:ph type="ctrTitle"/>
          </p:nvPr>
        </p:nvSpPr>
        <p:spPr>
          <a:xfrm>
            <a:off x="2413177" y="-476060"/>
            <a:ext cx="4718215" cy="285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sz="5500" dirty="0"/>
              <a:t>Project Report</a:t>
            </a:r>
            <a:br>
              <a:rPr lang="en" sz="5500" dirty="0"/>
            </a:br>
            <a:r>
              <a:rPr lang="en" sz="5500" dirty="0"/>
              <a:t> </a:t>
            </a:r>
            <a:r>
              <a:rPr lang="en" sz="4700" b="0" dirty="0"/>
              <a:t>Cars US Dataset</a:t>
            </a:r>
            <a:endParaRPr sz="4700" b="0" dirty="0"/>
          </a:p>
        </p:txBody>
      </p:sp>
      <p:sp>
        <p:nvSpPr>
          <p:cNvPr id="826" name="Google Shape;826;p33"/>
          <p:cNvSpPr txBox="1">
            <a:spLocks noGrp="1"/>
          </p:cNvSpPr>
          <p:nvPr>
            <p:ph type="subTitle" idx="1"/>
          </p:nvPr>
        </p:nvSpPr>
        <p:spPr>
          <a:xfrm>
            <a:off x="2720253" y="2325106"/>
            <a:ext cx="4104061" cy="22570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sz="2000" dirty="0"/>
              <a:t>Group 7</a:t>
            </a:r>
            <a:endParaRPr lang="en" sz="1000" dirty="0"/>
          </a:p>
          <a:p>
            <a:pPr marL="0" lvl="0" indent="0"/>
            <a:endParaRPr lang="vi-VN" sz="1800" dirty="0"/>
          </a:p>
          <a:p>
            <a:pPr marL="0" lvl="0" indent="0"/>
            <a:r>
              <a:rPr lang="it-IT" dirty="0"/>
              <a:t>Bhagya Collas - AC4885,</a:t>
            </a:r>
          </a:p>
          <a:p>
            <a:pPr marL="0" lvl="0" indent="0"/>
            <a:r>
              <a:rPr lang="it-IT"/>
              <a:t>Fernando Nimesha – AC5296., </a:t>
            </a:r>
            <a:endParaRPr lang="vi-VN" dirty="0"/>
          </a:p>
          <a:p>
            <a:pPr marL="0" lvl="0" indent="0"/>
            <a:r>
              <a:rPr lang="it-IT" dirty="0"/>
              <a:t>Nirodha Sandaruwani - AD9906, </a:t>
            </a:r>
            <a:endParaRPr lang="vi-VN" dirty="0"/>
          </a:p>
          <a:p>
            <a:pPr marL="0" lvl="0" indent="0"/>
            <a:r>
              <a:rPr lang="it-IT" dirty="0"/>
              <a:t>Loi Nguyen</a:t>
            </a:r>
            <a:r>
              <a:rPr lang="vi-VN" dirty="0"/>
              <a:t> </a:t>
            </a:r>
            <a:r>
              <a:rPr lang="en-GB" dirty="0"/>
              <a:t>- AC4932</a:t>
            </a:r>
            <a:r>
              <a:rPr lang="it-IT" dirty="0"/>
              <a:t>, </a:t>
            </a:r>
            <a:endParaRPr lang="vi-VN" dirty="0"/>
          </a:p>
          <a:p>
            <a:pPr marL="0" lvl="0" indent="0"/>
            <a:r>
              <a:rPr lang="it-IT" dirty="0"/>
              <a:t>Madee Deegoda Gamage - AD9947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35"/>
          <p:cNvSpPr txBox="1">
            <a:spLocks noGrp="1"/>
          </p:cNvSpPr>
          <p:nvPr>
            <p:ph type="title" idx="15"/>
          </p:nvPr>
        </p:nvSpPr>
        <p:spPr>
          <a:xfrm>
            <a:off x="720000" y="539500"/>
            <a:ext cx="5304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841" name="Google Shape;841;p35"/>
          <p:cNvSpPr txBox="1">
            <a:spLocks noGrp="1"/>
          </p:cNvSpPr>
          <p:nvPr>
            <p:ph type="title"/>
          </p:nvPr>
        </p:nvSpPr>
        <p:spPr>
          <a:xfrm>
            <a:off x="720000" y="1677348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842" name="Google Shape;842;p35"/>
          <p:cNvSpPr txBox="1">
            <a:spLocks noGrp="1"/>
          </p:cNvSpPr>
          <p:nvPr>
            <p:ph type="title" idx="2"/>
          </p:nvPr>
        </p:nvSpPr>
        <p:spPr>
          <a:xfrm>
            <a:off x="3372138" y="1677352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843" name="Google Shape;843;p35"/>
          <p:cNvSpPr txBox="1">
            <a:spLocks noGrp="1"/>
          </p:cNvSpPr>
          <p:nvPr>
            <p:ph type="title" idx="3"/>
          </p:nvPr>
        </p:nvSpPr>
        <p:spPr>
          <a:xfrm>
            <a:off x="720000" y="2978959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844" name="Google Shape;844;p35"/>
          <p:cNvSpPr txBox="1">
            <a:spLocks noGrp="1"/>
          </p:cNvSpPr>
          <p:nvPr>
            <p:ph type="title" idx="4"/>
          </p:nvPr>
        </p:nvSpPr>
        <p:spPr>
          <a:xfrm>
            <a:off x="6024288" y="1677362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845" name="Google Shape;845;p35"/>
          <p:cNvSpPr txBox="1">
            <a:spLocks noGrp="1"/>
          </p:cNvSpPr>
          <p:nvPr>
            <p:ph type="title" idx="5"/>
          </p:nvPr>
        </p:nvSpPr>
        <p:spPr>
          <a:xfrm>
            <a:off x="3372150" y="2978969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846" name="Google Shape;846;p35"/>
          <p:cNvSpPr txBox="1">
            <a:spLocks noGrp="1"/>
          </p:cNvSpPr>
          <p:nvPr>
            <p:ph type="title" idx="6"/>
          </p:nvPr>
        </p:nvSpPr>
        <p:spPr>
          <a:xfrm>
            <a:off x="6024288" y="2978973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847" name="Google Shape;847;p35"/>
          <p:cNvSpPr txBox="1">
            <a:spLocks noGrp="1"/>
          </p:cNvSpPr>
          <p:nvPr>
            <p:ph type="subTitle" idx="1"/>
          </p:nvPr>
        </p:nvSpPr>
        <p:spPr>
          <a:xfrm>
            <a:off x="720000" y="2201625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Phase 1</a:t>
            </a:r>
            <a:endParaRPr dirty="0"/>
          </a:p>
        </p:txBody>
      </p:sp>
      <p:sp>
        <p:nvSpPr>
          <p:cNvPr id="848" name="Google Shape;848;p35"/>
          <p:cNvSpPr txBox="1">
            <a:spLocks noGrp="1"/>
          </p:cNvSpPr>
          <p:nvPr>
            <p:ph type="subTitle" idx="7"/>
          </p:nvPr>
        </p:nvSpPr>
        <p:spPr>
          <a:xfrm>
            <a:off x="720000" y="3503228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849" name="Google Shape;849;p35"/>
          <p:cNvSpPr txBox="1">
            <a:spLocks noGrp="1"/>
          </p:cNvSpPr>
          <p:nvPr>
            <p:ph type="subTitle" idx="8"/>
          </p:nvPr>
        </p:nvSpPr>
        <p:spPr>
          <a:xfrm>
            <a:off x="3372161" y="3503249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Budget</a:t>
            </a:r>
            <a:endParaRPr dirty="0"/>
          </a:p>
        </p:txBody>
      </p:sp>
      <p:sp>
        <p:nvSpPr>
          <p:cNvPr id="850" name="Google Shape;850;p35"/>
          <p:cNvSpPr txBox="1">
            <a:spLocks noGrp="1"/>
          </p:cNvSpPr>
          <p:nvPr>
            <p:ph type="subTitle" idx="9"/>
          </p:nvPr>
        </p:nvSpPr>
        <p:spPr>
          <a:xfrm>
            <a:off x="3372149" y="2201675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Phase 2 &amp; 3</a:t>
            </a:r>
            <a:endParaRPr dirty="0"/>
          </a:p>
        </p:txBody>
      </p:sp>
      <p:sp>
        <p:nvSpPr>
          <p:cNvPr id="851" name="Google Shape;851;p35"/>
          <p:cNvSpPr txBox="1">
            <a:spLocks noGrp="1"/>
          </p:cNvSpPr>
          <p:nvPr>
            <p:ph type="subTitle" idx="13"/>
          </p:nvPr>
        </p:nvSpPr>
        <p:spPr>
          <a:xfrm>
            <a:off x="6024299" y="2201675"/>
            <a:ext cx="2093789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Phase 4 &amp; 5</a:t>
            </a:r>
            <a:endParaRPr dirty="0"/>
          </a:p>
        </p:txBody>
      </p:sp>
      <p:sp>
        <p:nvSpPr>
          <p:cNvPr id="852" name="Google Shape;852;p35"/>
          <p:cNvSpPr txBox="1">
            <a:spLocks noGrp="1"/>
          </p:cNvSpPr>
          <p:nvPr>
            <p:ph type="subTitle" idx="14"/>
          </p:nvPr>
        </p:nvSpPr>
        <p:spPr>
          <a:xfrm>
            <a:off x="6024299" y="3503296"/>
            <a:ext cx="23997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37"/>
          <p:cNvSpPr txBox="1">
            <a:spLocks noGrp="1"/>
          </p:cNvSpPr>
          <p:nvPr>
            <p:ph type="title"/>
          </p:nvPr>
        </p:nvSpPr>
        <p:spPr>
          <a:xfrm>
            <a:off x="4826341" y="1161045"/>
            <a:ext cx="3372000" cy="142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Objectives</a:t>
            </a:r>
            <a:endParaRPr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b="0" dirty="0"/>
              <a:t>of phase 1</a:t>
            </a:r>
            <a:endParaRPr b="0" dirty="0"/>
          </a:p>
        </p:txBody>
      </p:sp>
      <p:sp>
        <p:nvSpPr>
          <p:cNvPr id="874" name="Google Shape;874;p37"/>
          <p:cNvSpPr txBox="1">
            <a:spLocks noGrp="1"/>
          </p:cNvSpPr>
          <p:nvPr>
            <p:ph type="title" idx="2"/>
          </p:nvPr>
        </p:nvSpPr>
        <p:spPr>
          <a:xfrm>
            <a:off x="5775091" y="237044"/>
            <a:ext cx="1474500" cy="109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pic>
        <p:nvPicPr>
          <p:cNvPr id="875" name="Google Shape;875;p37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1053" t="258" r="11053" b="35003"/>
          <a:stretch/>
        </p:blipFill>
        <p:spPr>
          <a:xfrm>
            <a:off x="0" y="0"/>
            <a:ext cx="4124699" cy="5143501"/>
          </a:xfrm>
          <a:prstGeom prst="rect">
            <a:avLst/>
          </a:prstGeom>
        </p:spPr>
      </p:pic>
      <p:pic>
        <p:nvPicPr>
          <p:cNvPr id="876" name="Google Shape;876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76192" y="3773748"/>
            <a:ext cx="2399700" cy="239765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FEC8CA-CE9D-4B65-E7B8-5F84319AD63C}"/>
              </a:ext>
            </a:extLst>
          </p:cNvPr>
          <p:cNvSpPr txBox="1"/>
          <p:nvPr/>
        </p:nvSpPr>
        <p:spPr>
          <a:xfrm>
            <a:off x="4902282" y="2634503"/>
            <a:ext cx="33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solidFill>
                  <a:schemeClr val="accent2"/>
                </a:solidFill>
                <a:latin typeface="Nunito Sans" pitchFamily="2" charset="0"/>
              </a:rPr>
              <a:t>Use data analytics and machine learning to improve pricing, inventory turnover, and sales performance for a U.S. used car dealership chain.</a:t>
            </a:r>
            <a:endParaRPr lang="en-FI" sz="1800" dirty="0">
              <a:solidFill>
                <a:schemeClr val="accent2"/>
              </a:solidFill>
              <a:latin typeface="Nunito Sans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8FC8874E-2A58-BA24-84D6-CB006853D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047" y="255012"/>
            <a:ext cx="6172199" cy="4633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857;p36">
            <a:extLst>
              <a:ext uri="{FF2B5EF4-FFF2-40B4-BE49-F238E27FC236}">
                <a16:creationId xmlns:a16="http://schemas.microsoft.com/office/drawing/2014/main" id="{9543F524-DDB3-DC29-2BB0-06127938EF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03275" y="3496347"/>
            <a:ext cx="2345252" cy="10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Feature Selection</a:t>
            </a:r>
            <a:br>
              <a:rPr lang="en" sz="4000" dirty="0"/>
            </a:br>
            <a:r>
              <a:rPr lang="en" sz="4000" dirty="0"/>
              <a:t>in phase 2 &amp; 3</a:t>
            </a:r>
            <a:endParaRPr sz="4000" dirty="0"/>
          </a:p>
        </p:txBody>
      </p:sp>
      <p:sp>
        <p:nvSpPr>
          <p:cNvPr id="5" name="Google Shape;874;p37">
            <a:extLst>
              <a:ext uri="{FF2B5EF4-FFF2-40B4-BE49-F238E27FC236}">
                <a16:creationId xmlns:a16="http://schemas.microsoft.com/office/drawing/2014/main" id="{B8BCB698-2BBD-4267-441B-84ECEC527FC2}"/>
              </a:ext>
            </a:extLst>
          </p:cNvPr>
          <p:cNvSpPr txBox="1">
            <a:spLocks/>
          </p:cNvSpPr>
          <p:nvPr/>
        </p:nvSpPr>
        <p:spPr>
          <a:xfrm>
            <a:off x="7038651" y="1034249"/>
            <a:ext cx="1474500" cy="10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r>
              <a:rPr lang="en" dirty="0"/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A91A4902-73F3-42DE-D9D9-AF096947E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988" y="700088"/>
            <a:ext cx="7820025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36"/>
          <p:cNvSpPr txBox="1">
            <a:spLocks noGrp="1"/>
          </p:cNvSpPr>
          <p:nvPr>
            <p:ph type="title"/>
          </p:nvPr>
        </p:nvSpPr>
        <p:spPr>
          <a:xfrm>
            <a:off x="594690" y="2348866"/>
            <a:ext cx="4214375" cy="102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Feature Selection</a:t>
            </a:r>
            <a:br>
              <a:rPr lang="en" sz="4000" dirty="0"/>
            </a:br>
            <a:r>
              <a:rPr lang="en" sz="4000" dirty="0"/>
              <a:t>in phase 4 &amp; 5</a:t>
            </a:r>
            <a:endParaRPr sz="4000" dirty="0"/>
          </a:p>
        </p:txBody>
      </p:sp>
      <p:pic>
        <p:nvPicPr>
          <p:cNvPr id="859" name="Google Shape;859;p3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t="1063" b="15824"/>
          <a:stretch/>
        </p:blipFill>
        <p:spPr>
          <a:xfrm>
            <a:off x="5019325" y="0"/>
            <a:ext cx="4124675" cy="5143500"/>
          </a:xfrm>
          <a:prstGeom prst="rect">
            <a:avLst/>
          </a:prstGeom>
        </p:spPr>
      </p:pic>
      <p:grpSp>
        <p:nvGrpSpPr>
          <p:cNvPr id="860" name="Google Shape;860;p36"/>
          <p:cNvGrpSpPr/>
          <p:nvPr/>
        </p:nvGrpSpPr>
        <p:grpSpPr>
          <a:xfrm>
            <a:off x="6975075" y="3463002"/>
            <a:ext cx="2078128" cy="2037981"/>
            <a:chOff x="6975075" y="3463002"/>
            <a:chExt cx="2078128" cy="2037981"/>
          </a:xfrm>
        </p:grpSpPr>
        <p:grpSp>
          <p:nvGrpSpPr>
            <p:cNvPr id="861" name="Google Shape;861;p36"/>
            <p:cNvGrpSpPr/>
            <p:nvPr/>
          </p:nvGrpSpPr>
          <p:grpSpPr>
            <a:xfrm>
              <a:off x="7015222" y="3463002"/>
              <a:ext cx="2037981" cy="2037981"/>
              <a:chOff x="231120" y="3754800"/>
              <a:chExt cx="1568160" cy="1568160"/>
            </a:xfrm>
          </p:grpSpPr>
          <p:sp>
            <p:nvSpPr>
              <p:cNvPr id="862" name="Google Shape;862;p36"/>
              <p:cNvSpPr/>
              <p:nvPr/>
            </p:nvSpPr>
            <p:spPr>
              <a:xfrm>
                <a:off x="848160" y="4339800"/>
                <a:ext cx="828720" cy="860760"/>
              </a:xfrm>
              <a:custGeom>
                <a:avLst/>
                <a:gdLst/>
                <a:ahLst/>
                <a:cxnLst/>
                <a:rect l="l" t="t" r="r" b="b"/>
                <a:pathLst>
                  <a:path w="2302" h="2391" extrusionOk="0">
                    <a:moveTo>
                      <a:pt x="480" y="2391"/>
                    </a:moveTo>
                    <a:cubicBezTo>
                      <a:pt x="454" y="2391"/>
                      <a:pt x="429" y="2381"/>
                      <a:pt x="410" y="2363"/>
                    </a:cubicBezTo>
                    <a:lnTo>
                      <a:pt x="29" y="1989"/>
                    </a:lnTo>
                    <a:cubicBezTo>
                      <a:pt x="-9" y="1951"/>
                      <a:pt x="-9" y="1889"/>
                      <a:pt x="28" y="1851"/>
                    </a:cubicBezTo>
                    <a:cubicBezTo>
                      <a:pt x="66" y="1813"/>
                      <a:pt x="128" y="1812"/>
                      <a:pt x="166" y="1850"/>
                    </a:cubicBezTo>
                    <a:lnTo>
                      <a:pt x="477" y="2156"/>
                    </a:lnTo>
                    <a:lnTo>
                      <a:pt x="2067" y="539"/>
                    </a:lnTo>
                    <a:lnTo>
                      <a:pt x="1688" y="167"/>
                    </a:lnTo>
                    <a:cubicBezTo>
                      <a:pt x="1650" y="129"/>
                      <a:pt x="1649" y="68"/>
                      <a:pt x="1687" y="29"/>
                    </a:cubicBezTo>
                    <a:cubicBezTo>
                      <a:pt x="1725" y="-9"/>
                      <a:pt x="1786" y="-10"/>
                      <a:pt x="1824" y="28"/>
                    </a:cubicBezTo>
                    <a:lnTo>
                      <a:pt x="2273" y="468"/>
                    </a:lnTo>
                    <a:cubicBezTo>
                      <a:pt x="2311" y="506"/>
                      <a:pt x="2311" y="568"/>
                      <a:pt x="2274" y="606"/>
                    </a:cubicBezTo>
                    <a:lnTo>
                      <a:pt x="548" y="2362"/>
                    </a:lnTo>
                    <a:cubicBezTo>
                      <a:pt x="530" y="2380"/>
                      <a:pt x="505" y="2391"/>
                      <a:pt x="480" y="239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3" name="Google Shape;863;p36"/>
              <p:cNvSpPr/>
              <p:nvPr/>
            </p:nvSpPr>
            <p:spPr>
              <a:xfrm>
                <a:off x="973440" y="4538880"/>
                <a:ext cx="41760" cy="4176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16" extrusionOk="0">
                    <a:moveTo>
                      <a:pt x="99" y="99"/>
                    </a:moveTo>
                    <a:cubicBezTo>
                      <a:pt x="77" y="122"/>
                      <a:pt x="40" y="122"/>
                      <a:pt x="17" y="100"/>
                    </a:cubicBezTo>
                    <a:cubicBezTo>
                      <a:pt x="-5" y="77"/>
                      <a:pt x="-5" y="41"/>
                      <a:pt x="17" y="18"/>
                    </a:cubicBezTo>
                    <a:cubicBezTo>
                      <a:pt x="39" y="-5"/>
                      <a:pt x="76" y="-5"/>
                      <a:pt x="99" y="17"/>
                    </a:cubicBezTo>
                    <a:cubicBezTo>
                      <a:pt x="121" y="40"/>
                      <a:pt x="122" y="76"/>
                      <a:pt x="99" y="9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0" rIns="90000" bIns="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4" name="Google Shape;864;p36"/>
              <p:cNvSpPr/>
              <p:nvPr/>
            </p:nvSpPr>
            <p:spPr>
              <a:xfrm>
                <a:off x="231120" y="3754800"/>
                <a:ext cx="1568160" cy="1568160"/>
              </a:xfrm>
              <a:custGeom>
                <a:avLst/>
                <a:gdLst/>
                <a:ahLst/>
                <a:cxnLst/>
                <a:rect l="l" t="t" r="r" b="b"/>
                <a:pathLst>
                  <a:path w="4356" h="4356" extrusionOk="0">
                    <a:moveTo>
                      <a:pt x="91" y="2196"/>
                    </a:moveTo>
                    <a:lnTo>
                      <a:pt x="2196" y="4264"/>
                    </a:lnTo>
                    <a:lnTo>
                      <a:pt x="4264" y="2160"/>
                    </a:lnTo>
                    <a:lnTo>
                      <a:pt x="2160" y="92"/>
                    </a:lnTo>
                    <a:lnTo>
                      <a:pt x="91" y="2196"/>
                    </a:lnTo>
                    <a:moveTo>
                      <a:pt x="2196" y="4356"/>
                    </a:moveTo>
                    <a:cubicBezTo>
                      <a:pt x="2187" y="4356"/>
                      <a:pt x="2177" y="4352"/>
                      <a:pt x="2169" y="4345"/>
                    </a:cubicBezTo>
                    <a:lnTo>
                      <a:pt x="11" y="2224"/>
                    </a:lnTo>
                    <a:cubicBezTo>
                      <a:pt x="4" y="2217"/>
                      <a:pt x="0" y="2207"/>
                      <a:pt x="0" y="2197"/>
                    </a:cubicBezTo>
                    <a:cubicBezTo>
                      <a:pt x="0" y="2187"/>
                      <a:pt x="4" y="2177"/>
                      <a:pt x="11" y="2170"/>
                    </a:cubicBezTo>
                    <a:lnTo>
                      <a:pt x="2132" y="11"/>
                    </a:lnTo>
                    <a:cubicBezTo>
                      <a:pt x="2147" y="-3"/>
                      <a:pt x="2171" y="-4"/>
                      <a:pt x="2186" y="11"/>
                    </a:cubicBezTo>
                    <a:lnTo>
                      <a:pt x="4344" y="2132"/>
                    </a:lnTo>
                    <a:cubicBezTo>
                      <a:pt x="4351" y="2139"/>
                      <a:pt x="4355" y="2149"/>
                      <a:pt x="4356" y="2159"/>
                    </a:cubicBezTo>
                    <a:cubicBezTo>
                      <a:pt x="4356" y="2169"/>
                      <a:pt x="4352" y="2179"/>
                      <a:pt x="4345" y="2186"/>
                    </a:cubicBezTo>
                    <a:lnTo>
                      <a:pt x="2223" y="4344"/>
                    </a:lnTo>
                    <a:cubicBezTo>
                      <a:pt x="2216" y="4352"/>
                      <a:pt x="2206" y="4356"/>
                      <a:pt x="2196" y="435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36"/>
              <p:cNvSpPr/>
              <p:nvPr/>
            </p:nvSpPr>
            <p:spPr>
              <a:xfrm>
                <a:off x="629280" y="4152960"/>
                <a:ext cx="771480" cy="771840"/>
              </a:xfrm>
              <a:custGeom>
                <a:avLst/>
                <a:gdLst/>
                <a:ahLst/>
                <a:cxnLst/>
                <a:rect l="l" t="t" r="r" b="b"/>
                <a:pathLst>
                  <a:path w="2143" h="2144" extrusionOk="0">
                    <a:moveTo>
                      <a:pt x="18" y="1081"/>
                    </a:moveTo>
                    <a:lnTo>
                      <a:pt x="1081" y="2125"/>
                    </a:lnTo>
                    <a:lnTo>
                      <a:pt x="2125" y="1063"/>
                    </a:lnTo>
                    <a:lnTo>
                      <a:pt x="1063" y="18"/>
                    </a:lnTo>
                    <a:lnTo>
                      <a:pt x="18" y="1081"/>
                    </a:lnTo>
                    <a:moveTo>
                      <a:pt x="1081" y="2144"/>
                    </a:moveTo>
                    <a:cubicBezTo>
                      <a:pt x="1079" y="2144"/>
                      <a:pt x="1077" y="2143"/>
                      <a:pt x="1076" y="2141"/>
                    </a:cubicBezTo>
                    <a:lnTo>
                      <a:pt x="2" y="1087"/>
                    </a:lnTo>
                    <a:cubicBezTo>
                      <a:pt x="1" y="1085"/>
                      <a:pt x="0" y="1083"/>
                      <a:pt x="0" y="1081"/>
                    </a:cubicBezTo>
                    <a:cubicBezTo>
                      <a:pt x="0" y="1079"/>
                      <a:pt x="1" y="1077"/>
                      <a:pt x="2" y="1076"/>
                    </a:cubicBezTo>
                    <a:lnTo>
                      <a:pt x="1057" y="3"/>
                    </a:lnTo>
                    <a:cubicBezTo>
                      <a:pt x="1060" y="0"/>
                      <a:pt x="1065" y="0"/>
                      <a:pt x="1067" y="3"/>
                    </a:cubicBezTo>
                    <a:lnTo>
                      <a:pt x="2141" y="1057"/>
                    </a:lnTo>
                    <a:cubicBezTo>
                      <a:pt x="2143" y="1059"/>
                      <a:pt x="2143" y="1060"/>
                      <a:pt x="2143" y="1063"/>
                    </a:cubicBezTo>
                    <a:cubicBezTo>
                      <a:pt x="2143" y="1065"/>
                      <a:pt x="2143" y="1067"/>
                      <a:pt x="2141" y="1068"/>
                    </a:cubicBezTo>
                    <a:lnTo>
                      <a:pt x="1086" y="2141"/>
                    </a:lnTo>
                    <a:cubicBezTo>
                      <a:pt x="1085" y="2143"/>
                      <a:pt x="1083" y="2144"/>
                      <a:pt x="1081" y="214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6" name="Google Shape;866;p36"/>
              <p:cNvSpPr/>
              <p:nvPr/>
            </p:nvSpPr>
            <p:spPr>
              <a:xfrm>
                <a:off x="353520" y="3877200"/>
                <a:ext cx="1007280" cy="1012680"/>
              </a:xfrm>
              <a:custGeom>
                <a:avLst/>
                <a:gdLst/>
                <a:ahLst/>
                <a:cxnLst/>
                <a:rect l="l" t="t" r="r" b="b"/>
                <a:pathLst>
                  <a:path w="2798" h="2813" extrusionOk="0">
                    <a:moveTo>
                      <a:pt x="976" y="2813"/>
                    </a:moveTo>
                    <a:cubicBezTo>
                      <a:pt x="951" y="2813"/>
                      <a:pt x="926" y="2804"/>
                      <a:pt x="907" y="2785"/>
                    </a:cubicBezTo>
                    <a:lnTo>
                      <a:pt x="29" y="1923"/>
                    </a:lnTo>
                    <a:cubicBezTo>
                      <a:pt x="10" y="1905"/>
                      <a:pt x="0" y="1880"/>
                      <a:pt x="0" y="1854"/>
                    </a:cubicBezTo>
                    <a:cubicBezTo>
                      <a:pt x="-1" y="1828"/>
                      <a:pt x="9" y="1803"/>
                      <a:pt x="27" y="1785"/>
                    </a:cubicBezTo>
                    <a:lnTo>
                      <a:pt x="1753" y="29"/>
                    </a:lnTo>
                    <a:cubicBezTo>
                      <a:pt x="1791" y="-9"/>
                      <a:pt x="1852" y="-10"/>
                      <a:pt x="1891" y="28"/>
                    </a:cubicBezTo>
                    <a:lnTo>
                      <a:pt x="2769" y="890"/>
                    </a:lnTo>
                    <a:cubicBezTo>
                      <a:pt x="2807" y="928"/>
                      <a:pt x="2808" y="990"/>
                      <a:pt x="2770" y="1028"/>
                    </a:cubicBezTo>
                    <a:cubicBezTo>
                      <a:pt x="2732" y="1067"/>
                      <a:pt x="2671" y="1067"/>
                      <a:pt x="2632" y="1029"/>
                    </a:cubicBezTo>
                    <a:lnTo>
                      <a:pt x="1824" y="235"/>
                    </a:lnTo>
                    <a:lnTo>
                      <a:pt x="234" y="1852"/>
                    </a:lnTo>
                    <a:lnTo>
                      <a:pt x="1043" y="2646"/>
                    </a:lnTo>
                    <a:cubicBezTo>
                      <a:pt x="1081" y="2684"/>
                      <a:pt x="1082" y="2746"/>
                      <a:pt x="1044" y="2784"/>
                    </a:cubicBezTo>
                    <a:cubicBezTo>
                      <a:pt x="1025" y="2803"/>
                      <a:pt x="1000" y="2813"/>
                      <a:pt x="976" y="281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36"/>
              <p:cNvSpPr/>
              <p:nvPr/>
            </p:nvSpPr>
            <p:spPr>
              <a:xfrm>
                <a:off x="1092960" y="3993480"/>
                <a:ext cx="528480" cy="520560"/>
              </a:xfrm>
              <a:custGeom>
                <a:avLst/>
                <a:gdLst/>
                <a:ahLst/>
                <a:cxnLst/>
                <a:rect l="l" t="t" r="r" b="b"/>
                <a:pathLst>
                  <a:path w="1468" h="1446" extrusionOk="0">
                    <a:moveTo>
                      <a:pt x="1372" y="1446"/>
                    </a:moveTo>
                    <a:cubicBezTo>
                      <a:pt x="1347" y="1447"/>
                      <a:pt x="1322" y="1437"/>
                      <a:pt x="1303" y="1418"/>
                    </a:cubicBezTo>
                    <a:lnTo>
                      <a:pt x="29" y="166"/>
                    </a:lnTo>
                    <a:cubicBezTo>
                      <a:pt x="-10" y="129"/>
                      <a:pt x="-10" y="67"/>
                      <a:pt x="28" y="29"/>
                    </a:cubicBezTo>
                    <a:cubicBezTo>
                      <a:pt x="65" y="-9"/>
                      <a:pt x="127" y="-10"/>
                      <a:pt x="165" y="28"/>
                    </a:cubicBezTo>
                    <a:lnTo>
                      <a:pt x="1439" y="1279"/>
                    </a:lnTo>
                    <a:cubicBezTo>
                      <a:pt x="1478" y="1317"/>
                      <a:pt x="1478" y="1379"/>
                      <a:pt x="1440" y="1417"/>
                    </a:cubicBezTo>
                    <a:cubicBezTo>
                      <a:pt x="1422" y="1436"/>
                      <a:pt x="1397" y="1446"/>
                      <a:pt x="1372" y="144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68" name="Google Shape;868;p36"/>
            <p:cNvCxnSpPr>
              <a:cxnSpLocks/>
            </p:cNvCxnSpPr>
            <p:nvPr/>
          </p:nvCxnSpPr>
          <p:spPr>
            <a:xfrm rot="10800000">
              <a:off x="6975075" y="3478850"/>
              <a:ext cx="1032600" cy="10326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sp>
        <p:nvSpPr>
          <p:cNvPr id="8" name="Google Shape;874;p37">
            <a:extLst>
              <a:ext uri="{FF2B5EF4-FFF2-40B4-BE49-F238E27FC236}">
                <a16:creationId xmlns:a16="http://schemas.microsoft.com/office/drawing/2014/main" id="{355D5DE1-0C3D-FE04-75A7-7CD513633AB6}"/>
              </a:ext>
            </a:extLst>
          </p:cNvPr>
          <p:cNvSpPr txBox="1">
            <a:spLocks/>
          </p:cNvSpPr>
          <p:nvPr/>
        </p:nvSpPr>
        <p:spPr>
          <a:xfrm>
            <a:off x="1964628" y="953567"/>
            <a:ext cx="1474500" cy="10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r>
              <a:rPr lang="en" dirty="0"/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>
          <a:extLst>
            <a:ext uri="{FF2B5EF4-FFF2-40B4-BE49-F238E27FC236}">
              <a16:creationId xmlns:a16="http://schemas.microsoft.com/office/drawing/2014/main" id="{30DE983A-351B-8F72-0EF8-196F5EDA1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5DFA1789-F66B-EE82-DBB3-5AF9DD3C5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16" y="465741"/>
            <a:ext cx="7152368" cy="3594847"/>
          </a:xfrm>
          <a:prstGeom prst="rect">
            <a:avLst/>
          </a:prstGeom>
        </p:spPr>
      </p:pic>
      <p:sp>
        <p:nvSpPr>
          <p:cNvPr id="8" name="Google Shape;941;p43">
            <a:extLst>
              <a:ext uri="{FF2B5EF4-FFF2-40B4-BE49-F238E27FC236}">
                <a16:creationId xmlns:a16="http://schemas.microsoft.com/office/drawing/2014/main" id="{4A7D3141-7C52-EEB5-A565-B5DCD0A17F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5816" y="3414159"/>
            <a:ext cx="7152368" cy="12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Metrics table (price)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419887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>
          <a:extLst>
            <a:ext uri="{FF2B5EF4-FFF2-40B4-BE49-F238E27FC236}">
              <a16:creationId xmlns:a16="http://schemas.microsoft.com/office/drawing/2014/main" id="{AE520530-6248-9C29-BBE3-FF06B9BB1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B25309-36BB-6E17-6260-3410CB6FF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7786" y="307125"/>
            <a:ext cx="6388428" cy="4045158"/>
          </a:xfrm>
          <a:prstGeom prst="rect">
            <a:avLst/>
          </a:prstGeom>
        </p:spPr>
      </p:pic>
      <p:sp>
        <p:nvSpPr>
          <p:cNvPr id="8" name="Google Shape;941;p43">
            <a:extLst>
              <a:ext uri="{FF2B5EF4-FFF2-40B4-BE49-F238E27FC236}">
                <a16:creationId xmlns:a16="http://schemas.microsoft.com/office/drawing/2014/main" id="{FCFD6942-7FDA-FFD4-8475-9A5DBE9DF4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0663" y="3648634"/>
            <a:ext cx="7152368" cy="12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/>
              <a:t>Metrics table with log(price)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50073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6" name="Google Shape;1016;p49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2001" t="660" r="17967" b="15790"/>
          <a:stretch/>
        </p:blipFill>
        <p:spPr>
          <a:xfrm>
            <a:off x="6162325" y="539500"/>
            <a:ext cx="2268452" cy="2104199"/>
          </a:xfrm>
          <a:prstGeom prst="rect">
            <a:avLst/>
          </a:prstGeom>
        </p:spPr>
      </p:pic>
      <p:pic>
        <p:nvPicPr>
          <p:cNvPr id="1019" name="Google Shape;1019;p4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4">
            <a:alphaModFix/>
          </a:blip>
          <a:srcRect l="31024" t="793" r="31024" b="16582"/>
          <a:stretch/>
        </p:blipFill>
        <p:spPr>
          <a:xfrm>
            <a:off x="713225" y="539500"/>
            <a:ext cx="2801101" cy="4064574"/>
          </a:xfrm>
          <a:prstGeom prst="rect">
            <a:avLst/>
          </a:prstGeom>
        </p:spPr>
      </p:pic>
      <p:pic>
        <p:nvPicPr>
          <p:cNvPr id="1020" name="Google Shape;1020;p49"/>
          <p:cNvPicPr preferRelativeResize="0">
            <a:picLocks noGrp="1"/>
          </p:cNvPicPr>
          <p:nvPr>
            <p:ph type="pic" idx="4"/>
          </p:nvPr>
        </p:nvPicPr>
        <p:blipFill rotWithShape="1">
          <a:blip r:embed="rId5">
            <a:alphaModFix/>
          </a:blip>
          <a:srcRect t="16492" b="16492"/>
          <a:stretch/>
        </p:blipFill>
        <p:spPr>
          <a:xfrm>
            <a:off x="3671775" y="2823325"/>
            <a:ext cx="4740301" cy="1780749"/>
          </a:xfrm>
          <a:prstGeom prst="rect">
            <a:avLst/>
          </a:prstGeom>
        </p:spPr>
      </p:pic>
      <p:grpSp>
        <p:nvGrpSpPr>
          <p:cNvPr id="1021" name="Google Shape;1021;p49"/>
          <p:cNvGrpSpPr/>
          <p:nvPr/>
        </p:nvGrpSpPr>
        <p:grpSpPr>
          <a:xfrm>
            <a:off x="2807348" y="3862291"/>
            <a:ext cx="1510220" cy="1509818"/>
            <a:chOff x="5604480" y="3862800"/>
            <a:chExt cx="1352880" cy="1352520"/>
          </a:xfrm>
        </p:grpSpPr>
        <p:sp>
          <p:nvSpPr>
            <p:cNvPr id="1022" name="Google Shape;1022;p49"/>
            <p:cNvSpPr/>
            <p:nvPr/>
          </p:nvSpPr>
          <p:spPr>
            <a:xfrm>
              <a:off x="5810040" y="4077000"/>
              <a:ext cx="942120" cy="933120"/>
            </a:xfrm>
            <a:custGeom>
              <a:avLst/>
              <a:gdLst/>
              <a:ahLst/>
              <a:cxnLst/>
              <a:rect l="l" t="t" r="r" b="b"/>
              <a:pathLst>
                <a:path w="2617" h="2592" extrusionOk="0">
                  <a:moveTo>
                    <a:pt x="1319" y="2592"/>
                  </a:moveTo>
                  <a:cubicBezTo>
                    <a:pt x="970" y="2595"/>
                    <a:pt x="640" y="2461"/>
                    <a:pt x="391" y="2217"/>
                  </a:cubicBezTo>
                  <a:cubicBezTo>
                    <a:pt x="-124" y="1711"/>
                    <a:pt x="-131" y="881"/>
                    <a:pt x="375" y="366"/>
                  </a:cubicBezTo>
                  <a:cubicBezTo>
                    <a:pt x="555" y="182"/>
                    <a:pt x="783" y="57"/>
                    <a:pt x="1035" y="3"/>
                  </a:cubicBezTo>
                  <a:cubicBezTo>
                    <a:pt x="1113" y="-13"/>
                    <a:pt x="1190" y="37"/>
                    <a:pt x="1207" y="115"/>
                  </a:cubicBezTo>
                  <a:cubicBezTo>
                    <a:pt x="1224" y="194"/>
                    <a:pt x="1174" y="271"/>
                    <a:pt x="1095" y="288"/>
                  </a:cubicBezTo>
                  <a:cubicBezTo>
                    <a:pt x="900" y="329"/>
                    <a:pt x="722" y="427"/>
                    <a:pt x="582" y="570"/>
                  </a:cubicBezTo>
                  <a:cubicBezTo>
                    <a:pt x="189" y="970"/>
                    <a:pt x="194" y="1616"/>
                    <a:pt x="594" y="2009"/>
                  </a:cubicBezTo>
                  <a:cubicBezTo>
                    <a:pt x="789" y="2200"/>
                    <a:pt x="1045" y="2304"/>
                    <a:pt x="1317" y="2301"/>
                  </a:cubicBezTo>
                  <a:cubicBezTo>
                    <a:pt x="1589" y="2299"/>
                    <a:pt x="1843" y="2191"/>
                    <a:pt x="2034" y="1997"/>
                  </a:cubicBezTo>
                  <a:cubicBezTo>
                    <a:pt x="2225" y="1803"/>
                    <a:pt x="2328" y="1546"/>
                    <a:pt x="2326" y="1274"/>
                  </a:cubicBezTo>
                  <a:cubicBezTo>
                    <a:pt x="2324" y="1002"/>
                    <a:pt x="2215" y="748"/>
                    <a:pt x="2022" y="557"/>
                  </a:cubicBezTo>
                  <a:cubicBezTo>
                    <a:pt x="1914" y="452"/>
                    <a:pt x="1788" y="373"/>
                    <a:pt x="1648" y="324"/>
                  </a:cubicBezTo>
                  <a:cubicBezTo>
                    <a:pt x="1572" y="297"/>
                    <a:pt x="1532" y="214"/>
                    <a:pt x="1559" y="138"/>
                  </a:cubicBezTo>
                  <a:cubicBezTo>
                    <a:pt x="1586" y="62"/>
                    <a:pt x="1668" y="23"/>
                    <a:pt x="1744" y="49"/>
                  </a:cubicBezTo>
                  <a:cubicBezTo>
                    <a:pt x="1925" y="113"/>
                    <a:pt x="2087" y="214"/>
                    <a:pt x="2225" y="350"/>
                  </a:cubicBezTo>
                  <a:cubicBezTo>
                    <a:pt x="2475" y="595"/>
                    <a:pt x="2613" y="922"/>
                    <a:pt x="2617" y="1272"/>
                  </a:cubicBezTo>
                  <a:cubicBezTo>
                    <a:pt x="2620" y="1621"/>
                    <a:pt x="2486" y="1951"/>
                    <a:pt x="2241" y="2201"/>
                  </a:cubicBezTo>
                  <a:cubicBezTo>
                    <a:pt x="1996" y="2450"/>
                    <a:pt x="1669" y="2589"/>
                    <a:pt x="1319" y="25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49"/>
            <p:cNvSpPr/>
            <p:nvPr/>
          </p:nvSpPr>
          <p:spPr>
            <a:xfrm>
              <a:off x="6140880" y="4068000"/>
              <a:ext cx="331920" cy="128520"/>
            </a:xfrm>
            <a:custGeom>
              <a:avLst/>
              <a:gdLst/>
              <a:ahLst/>
              <a:cxnLst/>
              <a:rect l="l" t="t" r="r" b="b"/>
              <a:pathLst>
                <a:path w="922" h="357" extrusionOk="0">
                  <a:moveTo>
                    <a:pt x="778" y="357"/>
                  </a:moveTo>
                  <a:cubicBezTo>
                    <a:pt x="762" y="357"/>
                    <a:pt x="745" y="354"/>
                    <a:pt x="729" y="349"/>
                  </a:cubicBezTo>
                  <a:cubicBezTo>
                    <a:pt x="551" y="286"/>
                    <a:pt x="360" y="274"/>
                    <a:pt x="176" y="313"/>
                  </a:cubicBezTo>
                  <a:cubicBezTo>
                    <a:pt x="97" y="329"/>
                    <a:pt x="20" y="279"/>
                    <a:pt x="4" y="201"/>
                  </a:cubicBezTo>
                  <a:cubicBezTo>
                    <a:pt x="-13" y="122"/>
                    <a:pt x="37" y="45"/>
                    <a:pt x="116" y="28"/>
                  </a:cubicBezTo>
                  <a:cubicBezTo>
                    <a:pt x="352" y="-22"/>
                    <a:pt x="598" y="-6"/>
                    <a:pt x="825" y="74"/>
                  </a:cubicBezTo>
                  <a:cubicBezTo>
                    <a:pt x="901" y="101"/>
                    <a:pt x="941" y="184"/>
                    <a:pt x="914" y="260"/>
                  </a:cubicBezTo>
                  <a:cubicBezTo>
                    <a:pt x="893" y="319"/>
                    <a:pt x="838" y="356"/>
                    <a:pt x="778" y="35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49"/>
            <p:cNvSpPr/>
            <p:nvPr/>
          </p:nvSpPr>
          <p:spPr>
            <a:xfrm>
              <a:off x="5604480" y="4263840"/>
              <a:ext cx="1352880" cy="951480"/>
            </a:xfrm>
            <a:custGeom>
              <a:avLst/>
              <a:gdLst/>
              <a:ahLst/>
              <a:cxnLst/>
              <a:rect l="l" t="t" r="r" b="b"/>
              <a:pathLst>
                <a:path w="3758" h="2643" extrusionOk="0">
                  <a:moveTo>
                    <a:pt x="1895" y="2643"/>
                  </a:moveTo>
                  <a:cubicBezTo>
                    <a:pt x="1394" y="2647"/>
                    <a:pt x="920" y="2456"/>
                    <a:pt x="562" y="2104"/>
                  </a:cubicBezTo>
                  <a:cubicBezTo>
                    <a:pt x="287" y="1833"/>
                    <a:pt x="104" y="1490"/>
                    <a:pt x="33" y="1113"/>
                  </a:cubicBezTo>
                  <a:cubicBezTo>
                    <a:pt x="-36" y="743"/>
                    <a:pt x="5" y="366"/>
                    <a:pt x="153" y="22"/>
                  </a:cubicBezTo>
                  <a:cubicBezTo>
                    <a:pt x="161" y="4"/>
                    <a:pt x="182" y="-5"/>
                    <a:pt x="201" y="3"/>
                  </a:cubicBezTo>
                  <a:cubicBezTo>
                    <a:pt x="219" y="11"/>
                    <a:pt x="228" y="32"/>
                    <a:pt x="220" y="51"/>
                  </a:cubicBezTo>
                  <a:cubicBezTo>
                    <a:pt x="-77" y="740"/>
                    <a:pt x="78" y="1526"/>
                    <a:pt x="613" y="2052"/>
                  </a:cubicBezTo>
                  <a:cubicBezTo>
                    <a:pt x="957" y="2390"/>
                    <a:pt x="1412" y="2574"/>
                    <a:pt x="1895" y="2570"/>
                  </a:cubicBezTo>
                  <a:cubicBezTo>
                    <a:pt x="2377" y="2566"/>
                    <a:pt x="2829" y="2374"/>
                    <a:pt x="3167" y="2030"/>
                  </a:cubicBezTo>
                  <a:cubicBezTo>
                    <a:pt x="3556" y="1633"/>
                    <a:pt x="3740" y="1089"/>
                    <a:pt x="3671" y="537"/>
                  </a:cubicBezTo>
                  <a:cubicBezTo>
                    <a:pt x="3668" y="517"/>
                    <a:pt x="3682" y="499"/>
                    <a:pt x="3702" y="497"/>
                  </a:cubicBezTo>
                  <a:cubicBezTo>
                    <a:pt x="3722" y="494"/>
                    <a:pt x="3740" y="508"/>
                    <a:pt x="3743" y="528"/>
                  </a:cubicBezTo>
                  <a:cubicBezTo>
                    <a:pt x="3815" y="1103"/>
                    <a:pt x="3624" y="1669"/>
                    <a:pt x="3219" y="2081"/>
                  </a:cubicBezTo>
                  <a:cubicBezTo>
                    <a:pt x="2867" y="2439"/>
                    <a:pt x="2397" y="2638"/>
                    <a:pt x="1895" y="26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49"/>
            <p:cNvSpPr/>
            <p:nvPr/>
          </p:nvSpPr>
          <p:spPr>
            <a:xfrm>
              <a:off x="6090120" y="3862800"/>
              <a:ext cx="450000" cy="73440"/>
            </a:xfrm>
            <a:custGeom>
              <a:avLst/>
              <a:gdLst/>
              <a:ahLst/>
              <a:cxnLst/>
              <a:rect l="l" t="t" r="r" b="b"/>
              <a:pathLst>
                <a:path w="1250" h="204" extrusionOk="0">
                  <a:moveTo>
                    <a:pt x="1214" y="204"/>
                  </a:moveTo>
                  <a:cubicBezTo>
                    <a:pt x="1210" y="204"/>
                    <a:pt x="1205" y="203"/>
                    <a:pt x="1200" y="201"/>
                  </a:cubicBezTo>
                  <a:cubicBezTo>
                    <a:pt x="836" y="56"/>
                    <a:pt x="426" y="33"/>
                    <a:pt x="46" y="138"/>
                  </a:cubicBezTo>
                  <a:cubicBezTo>
                    <a:pt x="27" y="143"/>
                    <a:pt x="7" y="132"/>
                    <a:pt x="2" y="113"/>
                  </a:cubicBezTo>
                  <a:cubicBezTo>
                    <a:pt x="-4" y="94"/>
                    <a:pt x="7" y="74"/>
                    <a:pt x="27" y="68"/>
                  </a:cubicBezTo>
                  <a:cubicBezTo>
                    <a:pt x="421" y="-41"/>
                    <a:pt x="848" y="-18"/>
                    <a:pt x="1227" y="134"/>
                  </a:cubicBezTo>
                  <a:cubicBezTo>
                    <a:pt x="1246" y="141"/>
                    <a:pt x="1255" y="162"/>
                    <a:pt x="1248" y="181"/>
                  </a:cubicBezTo>
                  <a:cubicBezTo>
                    <a:pt x="1242" y="195"/>
                    <a:pt x="1228" y="204"/>
                    <a:pt x="1214" y="20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28425" rIns="90000" bIns="28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49"/>
            <p:cNvSpPr/>
            <p:nvPr/>
          </p:nvSpPr>
          <p:spPr>
            <a:xfrm>
              <a:off x="5739120" y="4004280"/>
              <a:ext cx="145080" cy="147240"/>
            </a:xfrm>
            <a:custGeom>
              <a:avLst/>
              <a:gdLst/>
              <a:ahLst/>
              <a:cxnLst/>
              <a:rect l="l" t="t" r="r" b="b"/>
              <a:pathLst>
                <a:path w="403" h="409" extrusionOk="0">
                  <a:moveTo>
                    <a:pt x="36" y="409"/>
                  </a:moveTo>
                  <a:cubicBezTo>
                    <a:pt x="29" y="409"/>
                    <a:pt x="21" y="407"/>
                    <a:pt x="14" y="402"/>
                  </a:cubicBezTo>
                  <a:cubicBezTo>
                    <a:pt x="-2" y="390"/>
                    <a:pt x="-5" y="367"/>
                    <a:pt x="7" y="351"/>
                  </a:cubicBezTo>
                  <a:cubicBezTo>
                    <a:pt x="56" y="288"/>
                    <a:pt x="109" y="226"/>
                    <a:pt x="165" y="169"/>
                  </a:cubicBezTo>
                  <a:cubicBezTo>
                    <a:pt x="222" y="111"/>
                    <a:pt x="282" y="57"/>
                    <a:pt x="345" y="8"/>
                  </a:cubicBezTo>
                  <a:cubicBezTo>
                    <a:pt x="360" y="-5"/>
                    <a:pt x="383" y="-2"/>
                    <a:pt x="396" y="14"/>
                  </a:cubicBezTo>
                  <a:cubicBezTo>
                    <a:pt x="408" y="30"/>
                    <a:pt x="405" y="53"/>
                    <a:pt x="390" y="65"/>
                  </a:cubicBezTo>
                  <a:cubicBezTo>
                    <a:pt x="329" y="113"/>
                    <a:pt x="271" y="165"/>
                    <a:pt x="217" y="220"/>
                  </a:cubicBezTo>
                  <a:cubicBezTo>
                    <a:pt x="163" y="275"/>
                    <a:pt x="112" y="334"/>
                    <a:pt x="65" y="395"/>
                  </a:cubicBezTo>
                  <a:cubicBezTo>
                    <a:pt x="58" y="405"/>
                    <a:pt x="47" y="409"/>
                    <a:pt x="36" y="4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49"/>
            <p:cNvSpPr/>
            <p:nvPr/>
          </p:nvSpPr>
          <p:spPr>
            <a:xfrm>
              <a:off x="5680080" y="3937680"/>
              <a:ext cx="1202040" cy="1202400"/>
            </a:xfrm>
            <a:custGeom>
              <a:avLst/>
              <a:gdLst/>
              <a:ahLst/>
              <a:cxnLst/>
              <a:rect l="l" t="t" r="r" b="b"/>
              <a:pathLst>
                <a:path w="3339" h="3340" extrusionOk="0">
                  <a:moveTo>
                    <a:pt x="1684" y="3340"/>
                  </a:moveTo>
                  <a:cubicBezTo>
                    <a:pt x="1238" y="3344"/>
                    <a:pt x="816" y="3174"/>
                    <a:pt x="498" y="2862"/>
                  </a:cubicBezTo>
                  <a:cubicBezTo>
                    <a:pt x="-159" y="2216"/>
                    <a:pt x="-168" y="1156"/>
                    <a:pt x="478" y="500"/>
                  </a:cubicBezTo>
                  <a:cubicBezTo>
                    <a:pt x="790" y="182"/>
                    <a:pt x="1208" y="4"/>
                    <a:pt x="1654" y="0"/>
                  </a:cubicBezTo>
                  <a:cubicBezTo>
                    <a:pt x="2100" y="-4"/>
                    <a:pt x="2522" y="166"/>
                    <a:pt x="2840" y="479"/>
                  </a:cubicBezTo>
                  <a:cubicBezTo>
                    <a:pt x="3152" y="787"/>
                    <a:pt x="3330" y="1197"/>
                    <a:pt x="3339" y="1635"/>
                  </a:cubicBezTo>
                  <a:lnTo>
                    <a:pt x="3330" y="1636"/>
                  </a:lnTo>
                  <a:cubicBezTo>
                    <a:pt x="3321" y="1200"/>
                    <a:pt x="3145" y="791"/>
                    <a:pt x="2833" y="486"/>
                  </a:cubicBezTo>
                  <a:cubicBezTo>
                    <a:pt x="2517" y="175"/>
                    <a:pt x="2098" y="5"/>
                    <a:pt x="1654" y="9"/>
                  </a:cubicBezTo>
                  <a:cubicBezTo>
                    <a:pt x="1211" y="13"/>
                    <a:pt x="795" y="190"/>
                    <a:pt x="484" y="506"/>
                  </a:cubicBezTo>
                  <a:cubicBezTo>
                    <a:pt x="-158" y="1159"/>
                    <a:pt x="-149" y="2213"/>
                    <a:pt x="505" y="2855"/>
                  </a:cubicBezTo>
                  <a:cubicBezTo>
                    <a:pt x="821" y="3166"/>
                    <a:pt x="1240" y="3335"/>
                    <a:pt x="1684" y="3331"/>
                  </a:cubicBezTo>
                  <a:cubicBezTo>
                    <a:pt x="2127" y="3328"/>
                    <a:pt x="2543" y="3151"/>
                    <a:pt x="2854" y="2835"/>
                  </a:cubicBezTo>
                  <a:cubicBezTo>
                    <a:pt x="2940" y="2747"/>
                    <a:pt x="3016" y="2650"/>
                    <a:pt x="3080" y="2547"/>
                  </a:cubicBezTo>
                  <a:lnTo>
                    <a:pt x="3088" y="2552"/>
                  </a:lnTo>
                  <a:cubicBezTo>
                    <a:pt x="3024" y="2656"/>
                    <a:pt x="2947" y="2753"/>
                    <a:pt x="2860" y="2841"/>
                  </a:cubicBezTo>
                  <a:cubicBezTo>
                    <a:pt x="2548" y="3159"/>
                    <a:pt x="2130" y="3337"/>
                    <a:pt x="1684" y="334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49"/>
            <p:cNvSpPr/>
            <p:nvPr/>
          </p:nvSpPr>
          <p:spPr>
            <a:xfrm>
              <a:off x="6257520" y="4515840"/>
              <a:ext cx="46800" cy="46440"/>
            </a:xfrm>
            <a:custGeom>
              <a:avLst/>
              <a:gdLst/>
              <a:ahLst/>
              <a:cxnLst/>
              <a:rect l="l" t="t" r="r" b="b"/>
              <a:pathLst>
                <a:path w="130" h="129" extrusionOk="0">
                  <a:moveTo>
                    <a:pt x="19" y="19"/>
                  </a:moveTo>
                  <a:cubicBezTo>
                    <a:pt x="44" y="-7"/>
                    <a:pt x="85" y="-7"/>
                    <a:pt x="111" y="18"/>
                  </a:cubicBezTo>
                  <a:cubicBezTo>
                    <a:pt x="136" y="43"/>
                    <a:pt x="136" y="84"/>
                    <a:pt x="111" y="110"/>
                  </a:cubicBezTo>
                  <a:cubicBezTo>
                    <a:pt x="86" y="135"/>
                    <a:pt x="45" y="135"/>
                    <a:pt x="20" y="111"/>
                  </a:cubicBezTo>
                  <a:cubicBezTo>
                    <a:pt x="-6" y="86"/>
                    <a:pt x="-6" y="44"/>
                    <a:pt x="19" y="1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0000" tIns="1425" rIns="90000" bIns="142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" name="Google Shape;874;p37">
            <a:extLst>
              <a:ext uri="{FF2B5EF4-FFF2-40B4-BE49-F238E27FC236}">
                <a16:creationId xmlns:a16="http://schemas.microsoft.com/office/drawing/2014/main" id="{22A66101-E5E8-F347-395C-E84D0BBD3302}"/>
              </a:ext>
            </a:extLst>
          </p:cNvPr>
          <p:cNvSpPr txBox="1">
            <a:spLocks/>
          </p:cNvSpPr>
          <p:nvPr/>
        </p:nvSpPr>
        <p:spPr>
          <a:xfrm>
            <a:off x="4101075" y="440963"/>
            <a:ext cx="1474500" cy="10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dk2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ssistant"/>
              <a:buNone/>
              <a:defRPr sz="6000" b="1" i="0" u="none" strike="noStrike" cap="none">
                <a:solidFill>
                  <a:schemeClr val="lt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7" name="Google Shape;857;p36">
            <a:extLst>
              <a:ext uri="{FF2B5EF4-FFF2-40B4-BE49-F238E27FC236}">
                <a16:creationId xmlns:a16="http://schemas.microsoft.com/office/drawing/2014/main" id="{CB37D581-6CE9-9FD7-2E5D-F35346B85B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93755" y="1377217"/>
            <a:ext cx="3089141" cy="11996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 dirty="0"/>
              <a:t>Deployment</a:t>
            </a:r>
            <a:br>
              <a:rPr lang="en" sz="3700" dirty="0"/>
            </a:br>
            <a:r>
              <a:rPr lang="en" sz="3700" dirty="0"/>
              <a:t>in phase 6</a:t>
            </a:r>
            <a:endParaRPr sz="3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43"/>
          <p:cNvSpPr txBox="1">
            <a:spLocks noGrp="1"/>
          </p:cNvSpPr>
          <p:nvPr>
            <p:ph type="title"/>
          </p:nvPr>
        </p:nvSpPr>
        <p:spPr>
          <a:xfrm>
            <a:off x="838730" y="-225530"/>
            <a:ext cx="7901857" cy="12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it-IT" sz="4000" dirty="0"/>
              <a:t>Model Deployment &amp; Monitoring</a:t>
            </a:r>
            <a:endParaRPr sz="4000" dirty="0"/>
          </a:p>
        </p:txBody>
      </p:sp>
      <p:sp>
        <p:nvSpPr>
          <p:cNvPr id="942" name="Google Shape;942;p43"/>
          <p:cNvSpPr txBox="1">
            <a:spLocks noGrp="1"/>
          </p:cNvSpPr>
          <p:nvPr>
            <p:ph type="subTitle" idx="1"/>
          </p:nvPr>
        </p:nvSpPr>
        <p:spPr>
          <a:xfrm>
            <a:off x="1286964" y="921528"/>
            <a:ext cx="7005388" cy="2583266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dirty="0"/>
              <a:t>Deployment of used car price prediction model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dirty="0"/>
              <a:t>Selected model: Random Forest Regression (log-transformed target)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dirty="0"/>
              <a:t>Web-based deployment using cloud or institutional server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dirty="0"/>
              <a:t>Model exposed via API (/predict) using Flask or FastAPI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dirty="0"/>
              <a:t>Packaging of trained model with preprocessing steps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dirty="0"/>
              <a:t>System monitoring for performance, health, and logs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it-IT" dirty="0"/>
              <a:t>Automated alerts for failures and abnormal behavior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41"/>
          <p:cNvSpPr txBox="1">
            <a:spLocks noGrp="1"/>
          </p:cNvSpPr>
          <p:nvPr>
            <p:ph type="subTitle" idx="7"/>
          </p:nvPr>
        </p:nvSpPr>
        <p:spPr>
          <a:xfrm>
            <a:off x="540570" y="1986533"/>
            <a:ext cx="1879765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en-GB" dirty="0"/>
              <a:t>Regular updates with new market data</a:t>
            </a:r>
            <a:endParaRPr dirty="0"/>
          </a:p>
        </p:txBody>
      </p:sp>
      <p:sp>
        <p:nvSpPr>
          <p:cNvPr id="920" name="Google Shape;920;p41"/>
          <p:cNvSpPr txBox="1">
            <a:spLocks noGrp="1"/>
          </p:cNvSpPr>
          <p:nvPr>
            <p:ph type="subTitle" idx="8"/>
          </p:nvPr>
        </p:nvSpPr>
        <p:spPr>
          <a:xfrm>
            <a:off x="3245478" y="1976336"/>
            <a:ext cx="1807032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en-GB" dirty="0"/>
              <a:t>Periodic model retraining for accuracy</a:t>
            </a:r>
            <a:endParaRPr dirty="0"/>
          </a:p>
        </p:txBody>
      </p:sp>
      <p:sp>
        <p:nvSpPr>
          <p:cNvPr id="921" name="Google Shape;921;p41"/>
          <p:cNvSpPr txBox="1">
            <a:spLocks noGrp="1"/>
          </p:cNvSpPr>
          <p:nvPr>
            <p:ph type="subTitle" idx="9"/>
          </p:nvPr>
        </p:nvSpPr>
        <p:spPr>
          <a:xfrm>
            <a:off x="6785582" y="3655154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it-IT" dirty="0"/>
              <a:t>Software dependency updates</a:t>
            </a:r>
            <a:endParaRPr dirty="0"/>
          </a:p>
        </p:txBody>
      </p:sp>
      <p:sp>
        <p:nvSpPr>
          <p:cNvPr id="924" name="Google Shape;924;p41"/>
          <p:cNvSpPr txBox="1">
            <a:spLocks noGrp="1"/>
          </p:cNvSpPr>
          <p:nvPr>
            <p:ph type="subTitle" idx="13"/>
          </p:nvPr>
        </p:nvSpPr>
        <p:spPr>
          <a:xfrm>
            <a:off x="211042" y="3766542"/>
            <a:ext cx="22335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en-GB" dirty="0"/>
              <a:t>User interface improvements when needed</a:t>
            </a:r>
            <a:endParaRPr dirty="0"/>
          </a:p>
        </p:txBody>
      </p:sp>
      <p:sp>
        <p:nvSpPr>
          <p:cNvPr id="925" name="Google Shape;925;p41"/>
          <p:cNvSpPr txBox="1">
            <a:spLocks noGrp="1"/>
          </p:cNvSpPr>
          <p:nvPr>
            <p:ph type="subTitle" idx="14"/>
          </p:nvPr>
        </p:nvSpPr>
        <p:spPr>
          <a:xfrm>
            <a:off x="2289742" y="3695608"/>
            <a:ext cx="22311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it-IT" dirty="0"/>
              <a:t>Version control and documentation maintenance</a:t>
            </a:r>
            <a:endParaRPr dirty="0"/>
          </a:p>
        </p:txBody>
      </p:sp>
      <p:sp>
        <p:nvSpPr>
          <p:cNvPr id="926" name="Google Shape;926;p41"/>
          <p:cNvSpPr txBox="1">
            <a:spLocks noGrp="1"/>
          </p:cNvSpPr>
          <p:nvPr>
            <p:ph type="subTitle" idx="15"/>
          </p:nvPr>
        </p:nvSpPr>
        <p:spPr>
          <a:xfrm>
            <a:off x="4872865" y="3655154"/>
            <a:ext cx="1725335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/>
            <a:r>
              <a:rPr lang="it-IT" dirty="0"/>
              <a:t>Final project report for stakeholders</a:t>
            </a:r>
            <a:endParaRPr dirty="0"/>
          </a:p>
        </p:txBody>
      </p:sp>
      <p:sp>
        <p:nvSpPr>
          <p:cNvPr id="6" name="Google Shape;941;p43">
            <a:extLst>
              <a:ext uri="{FF2B5EF4-FFF2-40B4-BE49-F238E27FC236}">
                <a16:creationId xmlns:a16="http://schemas.microsoft.com/office/drawing/2014/main" id="{F5280312-81B6-F042-1F91-6537CA4EDB9C}"/>
              </a:ext>
            </a:extLst>
          </p:cNvPr>
          <p:cNvSpPr txBox="1">
            <a:spLocks/>
          </p:cNvSpPr>
          <p:nvPr/>
        </p:nvSpPr>
        <p:spPr>
          <a:xfrm>
            <a:off x="720000" y="-80908"/>
            <a:ext cx="7901857" cy="12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 i="0" u="none" strike="noStrike" cap="none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 i="0" u="none" strike="noStrike" cap="none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 i="0" u="none" strike="noStrike" cap="none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 i="0" u="none" strike="noStrike" cap="none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 i="0" u="none" strike="noStrike" cap="none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 i="0" u="none" strike="noStrike" cap="none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 i="0" u="none" strike="noStrike" cap="none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 i="0" u="none" strike="noStrike" cap="none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Assistant"/>
              <a:buNone/>
              <a:defRPr sz="3000" b="1" i="0" u="none" strike="noStrike" cap="none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r>
              <a:rPr lang="it-IT" sz="4000" dirty="0">
                <a:solidFill>
                  <a:schemeClr val="bg2"/>
                </a:solidFill>
              </a:rPr>
              <a:t>Maintenance, Reporting &amp; Users</a:t>
            </a:r>
          </a:p>
        </p:txBody>
      </p:sp>
      <p:sp>
        <p:nvSpPr>
          <p:cNvPr id="23" name="Google Shape;921;p41">
            <a:extLst>
              <a:ext uri="{FF2B5EF4-FFF2-40B4-BE49-F238E27FC236}">
                <a16:creationId xmlns:a16="http://schemas.microsoft.com/office/drawing/2014/main" id="{0E1437EF-DE0D-0744-49DF-E35DE8F3762F}"/>
              </a:ext>
            </a:extLst>
          </p:cNvPr>
          <p:cNvSpPr txBox="1">
            <a:spLocks/>
          </p:cNvSpPr>
          <p:nvPr/>
        </p:nvSpPr>
        <p:spPr>
          <a:xfrm>
            <a:off x="3929514" y="2499922"/>
            <a:ext cx="1806018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2400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24" name="Google Shape;921;p41">
            <a:extLst>
              <a:ext uri="{FF2B5EF4-FFF2-40B4-BE49-F238E27FC236}">
                <a16:creationId xmlns:a16="http://schemas.microsoft.com/office/drawing/2014/main" id="{BDAA43CF-70DD-132A-54B0-80B01DA63DC0}"/>
              </a:ext>
            </a:extLst>
          </p:cNvPr>
          <p:cNvSpPr txBox="1">
            <a:spLocks/>
          </p:cNvSpPr>
          <p:nvPr/>
        </p:nvSpPr>
        <p:spPr>
          <a:xfrm>
            <a:off x="6785582" y="2484410"/>
            <a:ext cx="22311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2400" dirty="0">
                <a:solidFill>
                  <a:schemeClr val="bg2"/>
                </a:solidFill>
              </a:rPr>
              <a:t>3</a:t>
            </a:r>
          </a:p>
        </p:txBody>
      </p:sp>
      <p:sp>
        <p:nvSpPr>
          <p:cNvPr id="25" name="Google Shape;921;p41">
            <a:extLst>
              <a:ext uri="{FF2B5EF4-FFF2-40B4-BE49-F238E27FC236}">
                <a16:creationId xmlns:a16="http://schemas.microsoft.com/office/drawing/2014/main" id="{5F756C5B-3707-1E74-DBFB-D245E180E49A}"/>
              </a:ext>
            </a:extLst>
          </p:cNvPr>
          <p:cNvSpPr txBox="1">
            <a:spLocks/>
          </p:cNvSpPr>
          <p:nvPr/>
        </p:nvSpPr>
        <p:spPr>
          <a:xfrm>
            <a:off x="1079424" y="4163228"/>
            <a:ext cx="22311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2400" dirty="0">
                <a:solidFill>
                  <a:schemeClr val="bg2"/>
                </a:solidFill>
              </a:rPr>
              <a:t>4</a:t>
            </a:r>
          </a:p>
        </p:txBody>
      </p:sp>
      <p:sp>
        <p:nvSpPr>
          <p:cNvPr id="26" name="Google Shape;921;p41">
            <a:extLst>
              <a:ext uri="{FF2B5EF4-FFF2-40B4-BE49-F238E27FC236}">
                <a16:creationId xmlns:a16="http://schemas.microsoft.com/office/drawing/2014/main" id="{75AA631F-8B17-ED68-1B0C-3073D8A6A328}"/>
              </a:ext>
            </a:extLst>
          </p:cNvPr>
          <p:cNvSpPr txBox="1">
            <a:spLocks/>
          </p:cNvSpPr>
          <p:nvPr/>
        </p:nvSpPr>
        <p:spPr>
          <a:xfrm>
            <a:off x="3226811" y="4163228"/>
            <a:ext cx="22311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2400" dirty="0">
                <a:solidFill>
                  <a:schemeClr val="bg2"/>
                </a:solidFill>
              </a:rPr>
              <a:t>5</a:t>
            </a:r>
          </a:p>
        </p:txBody>
      </p:sp>
      <p:sp>
        <p:nvSpPr>
          <p:cNvPr id="27" name="Google Shape;921;p41">
            <a:extLst>
              <a:ext uri="{FF2B5EF4-FFF2-40B4-BE49-F238E27FC236}">
                <a16:creationId xmlns:a16="http://schemas.microsoft.com/office/drawing/2014/main" id="{82D9A6B6-933C-A8ED-7C01-86C724C01B37}"/>
              </a:ext>
            </a:extLst>
          </p:cNvPr>
          <p:cNvSpPr txBox="1">
            <a:spLocks/>
          </p:cNvSpPr>
          <p:nvPr/>
        </p:nvSpPr>
        <p:spPr>
          <a:xfrm>
            <a:off x="5509819" y="4163228"/>
            <a:ext cx="22311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2400" dirty="0">
                <a:solidFill>
                  <a:schemeClr val="bg2"/>
                </a:solidFill>
              </a:rPr>
              <a:t>6</a:t>
            </a:r>
          </a:p>
        </p:txBody>
      </p:sp>
      <p:sp>
        <p:nvSpPr>
          <p:cNvPr id="28" name="Google Shape;921;p41">
            <a:extLst>
              <a:ext uri="{FF2B5EF4-FFF2-40B4-BE49-F238E27FC236}">
                <a16:creationId xmlns:a16="http://schemas.microsoft.com/office/drawing/2014/main" id="{FAE75128-CD53-6FB2-C599-74719637B22A}"/>
              </a:ext>
            </a:extLst>
          </p:cNvPr>
          <p:cNvSpPr txBox="1">
            <a:spLocks/>
          </p:cNvSpPr>
          <p:nvPr/>
        </p:nvSpPr>
        <p:spPr>
          <a:xfrm>
            <a:off x="7740919" y="4163228"/>
            <a:ext cx="22311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2400" dirty="0">
                <a:solidFill>
                  <a:schemeClr val="bg2"/>
                </a:solidFill>
              </a:rPr>
              <a:t>7</a:t>
            </a:r>
          </a:p>
        </p:txBody>
      </p:sp>
      <p:sp>
        <p:nvSpPr>
          <p:cNvPr id="29" name="Google Shape;926;p41">
            <a:extLst>
              <a:ext uri="{FF2B5EF4-FFF2-40B4-BE49-F238E27FC236}">
                <a16:creationId xmlns:a16="http://schemas.microsoft.com/office/drawing/2014/main" id="{C5E17E2C-DDCE-EAAB-790E-E68C10A40F7E}"/>
              </a:ext>
            </a:extLst>
          </p:cNvPr>
          <p:cNvSpPr txBox="1">
            <a:spLocks/>
          </p:cNvSpPr>
          <p:nvPr/>
        </p:nvSpPr>
        <p:spPr>
          <a:xfrm>
            <a:off x="5562418" y="1976336"/>
            <a:ext cx="2775609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 algn="ctr"/>
            <a:r>
              <a:rPr lang="en-GB" dirty="0"/>
              <a:t>Designed for non-technical users (students, researchers, car dealers)</a:t>
            </a:r>
            <a:endParaRPr lang="it-IT" dirty="0"/>
          </a:p>
        </p:txBody>
      </p:sp>
      <p:sp>
        <p:nvSpPr>
          <p:cNvPr id="30" name="Google Shape;921;p41">
            <a:extLst>
              <a:ext uri="{FF2B5EF4-FFF2-40B4-BE49-F238E27FC236}">
                <a16:creationId xmlns:a16="http://schemas.microsoft.com/office/drawing/2014/main" id="{DEEE7ADF-2EF5-2467-2C36-931DCA12547A}"/>
              </a:ext>
            </a:extLst>
          </p:cNvPr>
          <p:cNvSpPr txBox="1">
            <a:spLocks/>
          </p:cNvSpPr>
          <p:nvPr/>
        </p:nvSpPr>
        <p:spPr>
          <a:xfrm>
            <a:off x="1276633" y="2499893"/>
            <a:ext cx="1806018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accent6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accent6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it-IT" sz="2400" dirty="0">
                <a:solidFill>
                  <a:schemeClr val="bg2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0844B40-6356-CFA6-F387-7AC65875F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1" y="546848"/>
            <a:ext cx="7615247" cy="3743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70215"/>
      </p:ext>
    </p:extLst>
  </p:cSld>
  <p:clrMapOvr>
    <a:masterClrMapping/>
  </p:clrMapOvr>
</p:sld>
</file>

<file path=ppt/theme/theme1.xml><?xml version="1.0" encoding="utf-8"?>
<a:theme xmlns:a="http://schemas.openxmlformats.org/drawingml/2006/main" name="Automotive Industry Project Proposal by Slidesgo">
  <a:themeElements>
    <a:clrScheme name="Simple Light">
      <a:dk1>
        <a:srgbClr val="0C3B5D"/>
      </a:dk1>
      <a:lt1>
        <a:srgbClr val="328BC3"/>
      </a:lt1>
      <a:dk2>
        <a:srgbClr val="EDC932"/>
      </a:dk2>
      <a:lt2>
        <a:srgbClr val="252F3A"/>
      </a:lt2>
      <a:accent1>
        <a:srgbClr val="3D496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239</Words>
  <Application>Microsoft Office PowerPoint</Application>
  <PresentationFormat>On-screen Show (16:9)</PresentationFormat>
  <Paragraphs>56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Nunito Sans</vt:lpstr>
      <vt:lpstr>Assistant</vt:lpstr>
      <vt:lpstr>Anaheim</vt:lpstr>
      <vt:lpstr>Raleway</vt:lpstr>
      <vt:lpstr>Nunito Light</vt:lpstr>
      <vt:lpstr>Automotive Industry Project Proposal by Slidesgo</vt:lpstr>
      <vt:lpstr>Project Report  Cars US Dataset</vt:lpstr>
      <vt:lpstr>Table of contents</vt:lpstr>
      <vt:lpstr>Objectives of phase 1</vt:lpstr>
      <vt:lpstr>Feature Selection in phase 2 &amp; 3</vt:lpstr>
      <vt:lpstr>PowerPoint Presentation</vt:lpstr>
      <vt:lpstr>Feature Selection in phase 4 &amp; 5</vt:lpstr>
      <vt:lpstr>Metrics table (price)</vt:lpstr>
      <vt:lpstr>Metrics table with log(price)</vt:lpstr>
      <vt:lpstr>Deployment in phase 6</vt:lpstr>
      <vt:lpstr>Model Deployment &amp; Monitoring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Loi Nguyen</cp:lastModifiedBy>
  <cp:revision>13</cp:revision>
  <dcterms:modified xsi:type="dcterms:W3CDTF">2025-12-16T18:18:19Z</dcterms:modified>
</cp:coreProperties>
</file>